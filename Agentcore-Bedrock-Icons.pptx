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  <p:sldMasterId id="2147483725" r:id="rId2"/>
    <p:sldMasterId id="2147483797" r:id="rId3"/>
    <p:sldMasterId id="2147483802" r:id="rId4"/>
    <p:sldMasterId id="2147483809" r:id="rId5"/>
  </p:sldMasterIdLst>
  <p:notesMasterIdLst>
    <p:notesMasterId r:id="rId15"/>
  </p:notesMasterIdLst>
  <p:handoutMasterIdLst>
    <p:handoutMasterId r:id="rId16"/>
  </p:handoutMasterIdLst>
  <p:sldIdLst>
    <p:sldId id="258" r:id="rId6"/>
    <p:sldId id="461" r:id="rId7"/>
    <p:sldId id="429" r:id="rId8"/>
    <p:sldId id="463" r:id="rId9"/>
    <p:sldId id="462" r:id="rId10"/>
    <p:sldId id="467" r:id="rId11"/>
    <p:sldId id="464" r:id="rId12"/>
    <p:sldId id="465" r:id="rId13"/>
    <p:sldId id="466" r:id="rId14"/>
  </p:sldIdLst>
  <p:sldSz cx="12192000" cy="6858000"/>
  <p:notesSz cx="6858000" cy="9144000"/>
  <p:embeddedFontLst>
    <p:embeddedFont>
      <p:font typeface="Amazon Ember" panose="020B0604020202020204" charset="0"/>
      <p:regular r:id="rId17"/>
      <p:bold r:id="rId18"/>
      <p:italic r:id="rId19"/>
      <p:boldItalic r:id="rId20"/>
    </p:embeddedFont>
    <p:embeddedFont>
      <p:font typeface="Amazon Ember Display" panose="020F0603020204020204" pitchFamily="34" charset="0"/>
      <p:regular r:id="rId21"/>
      <p:bold r:id="rId22"/>
      <p:italic r:id="rId23"/>
      <p:boldItalic r:id="rId24"/>
    </p:embeddedFont>
    <p:embeddedFont>
      <p:font typeface="Amazon Ember Mono" panose="020B0509020204020204" pitchFamily="49" charset="0"/>
      <p:regular r:id="rId25"/>
      <p:bold r:id="rId26"/>
    </p:embeddedFont>
    <p:embeddedFont>
      <p:font typeface="Lucida Console" panose="020B0609040504020204" pitchFamily="49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5896864-DF69-40F5-8CB7-E9E220E900ED}">
          <p14:sldIdLst>
            <p14:sldId id="258"/>
            <p14:sldId id="461"/>
          </p14:sldIdLst>
        </p14:section>
        <p14:section name="Dusk" id="{514C3AFE-E231-F940-B713-698D2EFB60B0}">
          <p14:sldIdLst>
            <p14:sldId id="429"/>
            <p14:sldId id="463"/>
          </p14:sldIdLst>
        </p14:section>
        <p14:section name="Green" id="{26CB3E6F-87A7-4D51-8ABA-D424FD8A8458}">
          <p14:sldIdLst>
            <p14:sldId id="462"/>
            <p14:sldId id="467"/>
          </p14:sldIdLst>
        </p14:section>
        <p14:section name="Cyan" id="{60E20BB3-4A81-4AB2-8471-08EE0B3ACF32}">
          <p14:sldIdLst>
            <p14:sldId id="464"/>
            <p14:sldId id="465"/>
          </p14:sldIdLst>
        </p14:section>
        <p14:section name="Light Cyan" id="{36AC0873-89EE-42C6-BA68-593DA1E897FA}">
          <p14:sldIdLst>
            <p14:sldId id="4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2E8B84-F9CA-DC62-BD7F-F9E90F9B04F4}" name="Riley Broad" initials="RB" userId="EM/6f7lMyi5PiXQnnQhHDpMgRcDFHC6OXzBBFbcsEOs=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8E8"/>
    <a:srgbClr val="0EAB93"/>
    <a:srgbClr val="01A88D"/>
    <a:srgbClr val="00ADA2"/>
    <a:srgbClr val="232F3E"/>
    <a:srgbClr val="7DFAFE"/>
    <a:srgbClr val="5832A8"/>
    <a:srgbClr val="01A98D"/>
    <a:srgbClr val="FFAD97"/>
    <a:srgbClr val="9F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B2C490-00CB-4C98-ACAE-48CCC87F3264}" v="15" dt="2025-07-07T22:25:28.891"/>
    <p1510:client id="{1254FAE1-D6DD-49F7-B125-88AA10A5B592}" v="13" dt="2025-07-07T22:32:37.198"/>
    <p1510:client id="{306AD1BE-3E43-43C2-896A-0B85A706321B}" v="8" dt="2025-07-07T17:51:21.048"/>
    <p1510:client id="{6E298B14-6D04-4900-82DD-9B962C688C89}" v="43" dt="2025-07-07T20:00:32.888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6" autoAdjust="0"/>
    <p:restoredTop sz="95033" autoAdjust="0"/>
  </p:normalViewPr>
  <p:slideViewPr>
    <p:cSldViewPr snapToGrid="0">
      <p:cViewPr varScale="1">
        <p:scale>
          <a:sx n="103" d="100"/>
          <a:sy n="103" d="100"/>
        </p:scale>
        <p:origin x="150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325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5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8.fntdata"/><Relationship Id="rId32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Relationship Id="rId8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627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523BB-7638-1732-FCC1-055BE3B68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82C53-7A79-4CB0-536F-50DDFF323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59F26-3D98-9ACE-A8AC-E79452AAC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00AC97-AF8A-6FD7-D28A-0924EDDAA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190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61948-6DAF-5499-193C-20AA665DF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0CA04-AE90-1790-02AA-A8376C3D4A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939F3-2854-B545-4809-9F335667A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08ADA-E286-EB88-C6B1-C3B42043C1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199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6FA7E-326F-45C4-05FC-8C2BE80B2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FBD9C-F835-3B97-7CB0-0D649C407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927AC3-EE60-00B3-09F4-F028D4ECD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E5490-3692-6FBA-C7DE-00BF06D8B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468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0A2A2-26C8-EF71-47D2-14424DF0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E8850-5ADF-90AB-BBF3-38F4BD890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44FED-0C01-E508-0806-3D0A85EF5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7F366-B42D-54D2-5BE7-5D4AFB1D3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89E5F-BEEF-42A1-A57B-E5A736D5119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266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D08AB68-8722-5843-BF9F-A3F4FC821A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 userDrawn="1"/>
        </p:nvSpPr>
        <p:spPr>
          <a:xfrm>
            <a:off x="1141084" y="6389813"/>
            <a:ext cx="19880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2023, Amazon Web Services, Inc. or its affiliates.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653DC5-2FA5-48AF-A9A7-D45B3AFBBE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74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D08AB68-8722-5843-BF9F-A3F4FC821A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 userDrawn="1"/>
        </p:nvSpPr>
        <p:spPr>
          <a:xfrm>
            <a:off x="1141084" y="6389813"/>
            <a:ext cx="19880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2023, Amazon Web Services, Inc. or its affiliates.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653DC5-2FA5-48AF-A9A7-D45B3AFBBE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9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499AF5-2327-824D-96F8-049FFAF576CD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31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9633-4542-C245-8371-65E493A22BA9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40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D08AB68-8722-5843-BF9F-A3F4FC821A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57A28E-616E-40DC-A93F-E9E9E4852138}"/>
              </a:ext>
            </a:extLst>
          </p:cNvPr>
          <p:cNvSpPr txBox="1"/>
          <p:nvPr userDrawn="1"/>
        </p:nvSpPr>
        <p:spPr>
          <a:xfrm>
            <a:off x="1141084" y="6389813"/>
            <a:ext cx="198804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2023, Amazon Web Services, Inc. or its affiliates.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653DC5-2FA5-48AF-A9A7-D45B3AFBBE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5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499AF5-2327-824D-96F8-049FFAF576CD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79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D9633-4542-C245-8371-65E493A22BA9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55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our column with subheading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83B53B4-39DB-4A4B-BB84-BB9B18FDF9E7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34CC768-1A2B-ED9F-71F4-945A64B4B1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141" y="3260127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73" name="Text Placeholder 32">
            <a:extLst>
              <a:ext uri="{FF2B5EF4-FFF2-40B4-BE49-F238E27FC236}">
                <a16:creationId xmlns:a16="http://schemas.microsoft.com/office/drawing/2014/main" id="{A5856D75-2A1F-91EA-2C2F-4284D59AFD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92214" y="3260127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74" name="Text Placeholder 32">
            <a:extLst>
              <a:ext uri="{FF2B5EF4-FFF2-40B4-BE49-F238E27FC236}">
                <a16:creationId xmlns:a16="http://schemas.microsoft.com/office/drawing/2014/main" id="{611C02F4-0307-6170-7D20-50AEEF1155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6701" y="3260127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509B98FE-509F-1207-7281-BA5C3782C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21189" y="3260127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76" name="Text Placeholder 32">
            <a:extLst>
              <a:ext uri="{FF2B5EF4-FFF2-40B4-BE49-F238E27FC236}">
                <a16:creationId xmlns:a16="http://schemas.microsoft.com/office/drawing/2014/main" id="{95334F8E-D57A-A9CA-C1DD-B219F6B2D8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5677" y="3260127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77" name="Text Placeholder 32">
            <a:extLst>
              <a:ext uri="{FF2B5EF4-FFF2-40B4-BE49-F238E27FC236}">
                <a16:creationId xmlns:a16="http://schemas.microsoft.com/office/drawing/2014/main" id="{5CA82D74-D92F-97C8-4E26-595E96B20F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50165" y="3260127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78" name="Text Placeholder 32">
            <a:extLst>
              <a:ext uri="{FF2B5EF4-FFF2-40B4-BE49-F238E27FC236}">
                <a16:creationId xmlns:a16="http://schemas.microsoft.com/office/drawing/2014/main" id="{D168DE1A-F634-909C-1953-83F71B3B10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014653" y="3260127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85" name="Text Placeholder 32">
            <a:extLst>
              <a:ext uri="{FF2B5EF4-FFF2-40B4-BE49-F238E27FC236}">
                <a16:creationId xmlns:a16="http://schemas.microsoft.com/office/drawing/2014/main" id="{B7D70ECE-ACFE-C07C-1805-376CE6564A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141" y="5183956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87" name="Text Placeholder 32">
            <a:extLst>
              <a:ext uri="{FF2B5EF4-FFF2-40B4-BE49-F238E27FC236}">
                <a16:creationId xmlns:a16="http://schemas.microsoft.com/office/drawing/2014/main" id="{17179171-320B-56A0-45E3-2DA6A619C8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92214" y="5183956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88" name="Text Placeholder 32">
            <a:extLst>
              <a:ext uri="{FF2B5EF4-FFF2-40B4-BE49-F238E27FC236}">
                <a16:creationId xmlns:a16="http://schemas.microsoft.com/office/drawing/2014/main" id="{240B0ED2-573A-A74B-F54B-503277536C6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56701" y="5183956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89" name="Text Placeholder 32">
            <a:extLst>
              <a:ext uri="{FF2B5EF4-FFF2-40B4-BE49-F238E27FC236}">
                <a16:creationId xmlns:a16="http://schemas.microsoft.com/office/drawing/2014/main" id="{9FEECD84-EF3C-4BDB-2FC2-CFC0B36BE9D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21189" y="5183956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90" name="Text Placeholder 32">
            <a:extLst>
              <a:ext uri="{FF2B5EF4-FFF2-40B4-BE49-F238E27FC236}">
                <a16:creationId xmlns:a16="http://schemas.microsoft.com/office/drawing/2014/main" id="{AC781E96-270D-7F03-793D-EB30F59AEB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85677" y="5183956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91" name="Text Placeholder 32">
            <a:extLst>
              <a:ext uri="{FF2B5EF4-FFF2-40B4-BE49-F238E27FC236}">
                <a16:creationId xmlns:a16="http://schemas.microsoft.com/office/drawing/2014/main" id="{4428CF88-3D08-4A15-2BD0-3DFE24401E1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650165" y="5183956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22264DF8-A849-720F-B9CE-F7B8DF1877C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014653" y="5183956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E4D2A7A6-03B4-BCF0-3630-2B96B04061E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9600" y="1468914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 i="0">
                <a:solidFill>
                  <a:schemeClr val="tx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Page number</a:t>
            </a:r>
          </a:p>
        </p:txBody>
      </p:sp>
    </p:spTree>
    <p:extLst>
      <p:ext uri="{BB962C8B-B14F-4D97-AF65-F5344CB8AC3E}">
        <p14:creationId xmlns:p14="http://schemas.microsoft.com/office/powerpoint/2010/main" val="4243200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lumn with subheading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84E139-BB22-1E65-EBD3-5CD0A41F2046}"/>
              </a:ext>
            </a:extLst>
          </p:cNvPr>
          <p:cNvSpPr/>
          <p:nvPr/>
        </p:nvSpPr>
        <p:spPr>
          <a:xfrm>
            <a:off x="732536" y="1973483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9FF527-1C37-4ACE-7F85-1A9AB307D204}"/>
              </a:ext>
            </a:extLst>
          </p:cNvPr>
          <p:cNvSpPr/>
          <p:nvPr/>
        </p:nvSpPr>
        <p:spPr>
          <a:xfrm>
            <a:off x="2367957" y="1973483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D36AB6-A8AA-21F7-1713-F9A59AAE44C4}"/>
              </a:ext>
            </a:extLst>
          </p:cNvPr>
          <p:cNvSpPr/>
          <p:nvPr/>
        </p:nvSpPr>
        <p:spPr>
          <a:xfrm>
            <a:off x="4003378" y="1973483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EAEFF0-02DD-32E5-DAF3-1FC4A6111006}"/>
              </a:ext>
            </a:extLst>
          </p:cNvPr>
          <p:cNvSpPr/>
          <p:nvPr/>
        </p:nvSpPr>
        <p:spPr>
          <a:xfrm>
            <a:off x="5638799" y="1973483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B2EBB2-749D-B7BE-71FB-590D67AD32DE}"/>
              </a:ext>
            </a:extLst>
          </p:cNvPr>
          <p:cNvSpPr/>
          <p:nvPr/>
        </p:nvSpPr>
        <p:spPr>
          <a:xfrm>
            <a:off x="7274220" y="1973483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E62E0C-E341-9E4B-A683-D7818F37385A}"/>
              </a:ext>
            </a:extLst>
          </p:cNvPr>
          <p:cNvSpPr/>
          <p:nvPr/>
        </p:nvSpPr>
        <p:spPr>
          <a:xfrm>
            <a:off x="8909641" y="1973483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9B8C68-0A19-70DF-1CC9-217FF89871DC}"/>
              </a:ext>
            </a:extLst>
          </p:cNvPr>
          <p:cNvSpPr/>
          <p:nvPr/>
        </p:nvSpPr>
        <p:spPr>
          <a:xfrm>
            <a:off x="10545064" y="1973483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834CC768-1A2B-ED9F-71F4-945A64B4B1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141" y="3051408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 dirty="0"/>
              <a:t>Label text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27229EA-58C1-24B5-C147-3EE08AE317D8}"/>
              </a:ext>
            </a:extLst>
          </p:cNvPr>
          <p:cNvSpPr/>
          <p:nvPr userDrawn="1"/>
        </p:nvSpPr>
        <p:spPr>
          <a:xfrm>
            <a:off x="732536" y="4036459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176180-7ED4-161F-BE5E-240B84C66D48}"/>
              </a:ext>
            </a:extLst>
          </p:cNvPr>
          <p:cNvSpPr/>
          <p:nvPr userDrawn="1"/>
        </p:nvSpPr>
        <p:spPr>
          <a:xfrm>
            <a:off x="2367957" y="4036459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94145C4-DAA4-919C-76B8-C22DFF0C4AB7}"/>
              </a:ext>
            </a:extLst>
          </p:cNvPr>
          <p:cNvSpPr/>
          <p:nvPr userDrawn="1"/>
        </p:nvSpPr>
        <p:spPr>
          <a:xfrm>
            <a:off x="4003378" y="4036459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B67E728-9B7B-3C80-826B-51ACF0130AE6}"/>
              </a:ext>
            </a:extLst>
          </p:cNvPr>
          <p:cNvSpPr/>
          <p:nvPr userDrawn="1"/>
        </p:nvSpPr>
        <p:spPr>
          <a:xfrm>
            <a:off x="5638799" y="4036459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A8973E4-9FCD-C9F4-8882-D30CC732AAEF}"/>
              </a:ext>
            </a:extLst>
          </p:cNvPr>
          <p:cNvSpPr/>
          <p:nvPr userDrawn="1"/>
        </p:nvSpPr>
        <p:spPr>
          <a:xfrm>
            <a:off x="7274220" y="4036459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0C03794-E40D-C7F2-A1B2-1C79FCB79296}"/>
              </a:ext>
            </a:extLst>
          </p:cNvPr>
          <p:cNvSpPr/>
          <p:nvPr userDrawn="1"/>
        </p:nvSpPr>
        <p:spPr>
          <a:xfrm>
            <a:off x="8909641" y="4036459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1A3B7D9-EC18-EFBE-BB84-22C6A942D560}"/>
              </a:ext>
            </a:extLst>
          </p:cNvPr>
          <p:cNvSpPr/>
          <p:nvPr userDrawn="1"/>
        </p:nvSpPr>
        <p:spPr>
          <a:xfrm>
            <a:off x="10545064" y="4036459"/>
            <a:ext cx="914400" cy="914400"/>
          </a:xfrm>
          <a:prstGeom prst="rect">
            <a:avLst/>
          </a:prstGeom>
          <a:solidFill>
            <a:schemeClr val="bg2">
              <a:lumMod val="90000"/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Text Placeholder 32">
            <a:extLst>
              <a:ext uri="{FF2B5EF4-FFF2-40B4-BE49-F238E27FC236}">
                <a16:creationId xmlns:a16="http://schemas.microsoft.com/office/drawing/2014/main" id="{A5856D75-2A1F-91EA-2C2F-4284D59AFD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192214" y="3051408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74" name="Text Placeholder 32">
            <a:extLst>
              <a:ext uri="{FF2B5EF4-FFF2-40B4-BE49-F238E27FC236}">
                <a16:creationId xmlns:a16="http://schemas.microsoft.com/office/drawing/2014/main" id="{611C02F4-0307-6170-7D20-50AEEF11557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6701" y="3051408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75" name="Text Placeholder 32">
            <a:extLst>
              <a:ext uri="{FF2B5EF4-FFF2-40B4-BE49-F238E27FC236}">
                <a16:creationId xmlns:a16="http://schemas.microsoft.com/office/drawing/2014/main" id="{509B98FE-509F-1207-7281-BA5C3782C1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21189" y="3051408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76" name="Text Placeholder 32">
            <a:extLst>
              <a:ext uri="{FF2B5EF4-FFF2-40B4-BE49-F238E27FC236}">
                <a16:creationId xmlns:a16="http://schemas.microsoft.com/office/drawing/2014/main" id="{95334F8E-D57A-A9CA-C1DD-B219F6B2D8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5677" y="3051408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77" name="Text Placeholder 32">
            <a:extLst>
              <a:ext uri="{FF2B5EF4-FFF2-40B4-BE49-F238E27FC236}">
                <a16:creationId xmlns:a16="http://schemas.microsoft.com/office/drawing/2014/main" id="{5CA82D74-D92F-97C8-4E26-595E96B20F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50165" y="3051408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78" name="Text Placeholder 32">
            <a:extLst>
              <a:ext uri="{FF2B5EF4-FFF2-40B4-BE49-F238E27FC236}">
                <a16:creationId xmlns:a16="http://schemas.microsoft.com/office/drawing/2014/main" id="{D168DE1A-F634-909C-1953-83F71B3B10B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014653" y="3051408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85" name="Text Placeholder 32">
            <a:extLst>
              <a:ext uri="{FF2B5EF4-FFF2-40B4-BE49-F238E27FC236}">
                <a16:creationId xmlns:a16="http://schemas.microsoft.com/office/drawing/2014/main" id="{B7D70ECE-ACFE-C07C-1805-376CE6564A2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141" y="5114383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87" name="Text Placeholder 32">
            <a:extLst>
              <a:ext uri="{FF2B5EF4-FFF2-40B4-BE49-F238E27FC236}">
                <a16:creationId xmlns:a16="http://schemas.microsoft.com/office/drawing/2014/main" id="{17179171-320B-56A0-45E3-2DA6A619C84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92214" y="5114383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88" name="Text Placeholder 32">
            <a:extLst>
              <a:ext uri="{FF2B5EF4-FFF2-40B4-BE49-F238E27FC236}">
                <a16:creationId xmlns:a16="http://schemas.microsoft.com/office/drawing/2014/main" id="{240B0ED2-573A-A74B-F54B-503277536C6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556701" y="5114383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89" name="Text Placeholder 32">
            <a:extLst>
              <a:ext uri="{FF2B5EF4-FFF2-40B4-BE49-F238E27FC236}">
                <a16:creationId xmlns:a16="http://schemas.microsoft.com/office/drawing/2014/main" id="{9FEECD84-EF3C-4BDB-2FC2-CFC0B36BE9D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21189" y="5114383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90" name="Text Placeholder 32">
            <a:extLst>
              <a:ext uri="{FF2B5EF4-FFF2-40B4-BE49-F238E27FC236}">
                <a16:creationId xmlns:a16="http://schemas.microsoft.com/office/drawing/2014/main" id="{AC781E96-270D-7F03-793D-EB30F59AEB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85677" y="5114383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91" name="Text Placeholder 32">
            <a:extLst>
              <a:ext uri="{FF2B5EF4-FFF2-40B4-BE49-F238E27FC236}">
                <a16:creationId xmlns:a16="http://schemas.microsoft.com/office/drawing/2014/main" id="{4428CF88-3D08-4A15-2BD0-3DFE24401E1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650165" y="5114383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22264DF8-A849-720F-B9CE-F7B8DF1877C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014653" y="5114383"/>
            <a:ext cx="1616927" cy="2585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mazon Ember" panose="020B0603020204020204" pitchFamily="34" charset="0"/>
                <a:ea typeface="Amazon Ember" panose="020B0603020204020204" pitchFamily="34" charset="0"/>
                <a:cs typeface="Amazon Ember" panose="020B0603020204020204" pitchFamily="34" charset="0"/>
              </a:defRPr>
            </a:lvl1pPr>
            <a:lvl2pPr marL="285750" indent="0" algn="ctr">
              <a:buNone/>
              <a:defRPr sz="1200"/>
            </a:lvl2pPr>
            <a:lvl3pPr marL="628650" indent="0" algn="ctr">
              <a:buNone/>
              <a:defRPr sz="1200"/>
            </a:lvl3pPr>
            <a:lvl4pPr marL="858838" indent="0" algn="ctr">
              <a:buNone/>
              <a:defRPr sz="1200"/>
            </a:lvl4pPr>
            <a:lvl5pPr marL="1030288" indent="0" algn="ctr">
              <a:buNone/>
              <a:defRPr sz="1200"/>
            </a:lvl5pPr>
          </a:lstStyle>
          <a:p>
            <a:pPr lvl="0"/>
            <a:r>
              <a:rPr lang="en-US"/>
              <a:t>Label text</a:t>
            </a:r>
          </a:p>
        </p:txBody>
      </p:sp>
    </p:spTree>
    <p:extLst>
      <p:ext uri="{BB962C8B-B14F-4D97-AF65-F5344CB8AC3E}">
        <p14:creationId xmlns:p14="http://schemas.microsoft.com/office/powerpoint/2010/main" val="3385763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F1EA2B-436E-F4F7-4141-F6B3DAC96C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208256" cy="6867144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8E146A33-CBE5-3B43-B20A-944283D417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6D45687-231F-F045-B89C-A750D14C39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E1986E1D-DC31-B24C-8EC8-CD82817A4E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BBF8FF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Enter session ID if required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74F9FA-D015-474A-AB83-4D7AE427C6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B72998-CF78-E641-92D5-30F654C2CA87}"/>
              </a:ext>
            </a:extLst>
          </p:cNvPr>
          <p:cNvSpPr txBox="1"/>
          <p:nvPr userDrawn="1"/>
        </p:nvSpPr>
        <p:spPr>
          <a:xfrm>
            <a:off x="609600" y="6389813"/>
            <a:ext cx="26388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E59B6FD5-3D56-C643-A5C0-5E9DC034BBB5}" type="datetimeyyyy">
              <a:rPr lang="en-US" sz="600" smtClean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pPr algn="l"/>
              <a:t>2025</a:t>
            </a:fld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22336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E6975A-55C1-B9D9-C2F0-CE53578EAD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759"/>
            <a:ext cx="12224511" cy="6876288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6AE1AEA-593B-894A-B38A-F72139FF46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B1D3F9F-DA5D-F94D-9B05-D994315A9E7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30145AB-12A1-3C44-90EB-F748543442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BBF8FF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74F9FA-D015-474A-AB83-4D7AE427C6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2713A-DA80-CADD-F58E-194A1D3B06DD}"/>
              </a:ext>
            </a:extLst>
          </p:cNvPr>
          <p:cNvSpPr txBox="1"/>
          <p:nvPr userDrawn="1"/>
        </p:nvSpPr>
        <p:spPr>
          <a:xfrm>
            <a:off x="609600" y="6389813"/>
            <a:ext cx="26388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E59B6FD5-3D56-C643-A5C0-5E9DC034BBB5}" type="datetimeyyyy">
              <a:rPr lang="en-US" sz="600" smtClean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pPr algn="l"/>
              <a:t>2025</a:t>
            </a:fld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86759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BE5010-C72B-6AA5-45EF-8CAF28B485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6" cy="6900417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F0552714-6094-E444-9D75-860B36F565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559241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B88BC18-7FE8-A34E-B752-6BA0D4FCE39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5592419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42AF0B7-7B9C-474D-9EFD-A58F6E298A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5592419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BBF8FF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74F9FA-D015-474A-AB83-4D7AE427C6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296637-A9C8-94DD-5888-4393B4B58911}"/>
              </a:ext>
            </a:extLst>
          </p:cNvPr>
          <p:cNvSpPr txBox="1"/>
          <p:nvPr userDrawn="1"/>
        </p:nvSpPr>
        <p:spPr>
          <a:xfrm>
            <a:off x="609600" y="6389813"/>
            <a:ext cx="26388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E59B6FD5-3D56-C643-A5C0-5E9DC034BBB5}" type="datetimeyyyy">
              <a:rPr lang="en-US" sz="600" smtClean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pPr algn="l"/>
              <a:t>2025</a:t>
            </a:fld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53660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D28735-3FA9-5BD4-2A3E-14876DBF0B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8096" cy="690041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369C1DA6-582F-C045-8A8B-FB10B8C0F0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8" y="2126159"/>
            <a:ext cx="6460999" cy="757130"/>
          </a:xfrm>
        </p:spPr>
        <p:txBody>
          <a:bodyPr wrap="square" anchor="t" anchorCtr="0"/>
          <a:lstStyle>
            <a:lvl1pPr algn="l"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880A819-065B-214D-AE66-1936E37CB4B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2906719"/>
            <a:ext cx="6460998" cy="535531"/>
          </a:xfr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0" i="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28BE9A8-3418-A74C-9C6C-179B2806B9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1729418"/>
            <a:ext cx="6477002" cy="361335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900" b="1" i="0" cap="all" spc="300" baseline="0">
                <a:solidFill>
                  <a:srgbClr val="BBF8FF"/>
                </a:solidFill>
                <a:latin typeface="Amazon Ember Mono" panose="020B0709020204020204" pitchFamily="49" charset="0"/>
                <a:ea typeface="Amazon Ember Mono" panose="020B0709020204020204" pitchFamily="49" charset="0"/>
                <a:cs typeface="Amazon Ember Mono" panose="020B07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474F9FA-D015-474A-AB83-4D7AE427C6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551423"/>
            <a:ext cx="1003173" cy="600189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4349712"/>
            <a:ext cx="3797302" cy="369332"/>
          </a:xfr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0" i="0" cap="none" spc="0" baseline="0"/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4762500"/>
            <a:ext cx="3797302" cy="535531"/>
          </a:xfr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/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7AA9E-1A69-49F9-B551-1C97AC849BD1}"/>
              </a:ext>
            </a:extLst>
          </p:cNvPr>
          <p:cNvSpPr txBox="1"/>
          <p:nvPr userDrawn="1"/>
        </p:nvSpPr>
        <p:spPr>
          <a:xfrm>
            <a:off x="609600" y="6389813"/>
            <a:ext cx="26388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E59B6FD5-3D56-C643-A5C0-5E9DC034BBB5}" type="datetimeyyyy">
              <a:rPr lang="en-US" sz="600" smtClean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pPr algn="l"/>
              <a:t>2025</a:t>
            </a:fld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07073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3000"/>
              </a:spcAft>
              <a:buNone/>
              <a:defRPr sz="2400"/>
            </a:lvl1pPr>
            <a:lvl2pPr marL="0" indent="0">
              <a:spcAft>
                <a:spcPts val="3000"/>
              </a:spcAft>
              <a:buNone/>
              <a:defRPr sz="2400"/>
            </a:lvl2pPr>
            <a:lvl3pPr marL="0" indent="0">
              <a:spcAft>
                <a:spcPts val="3000"/>
              </a:spcAft>
              <a:buNone/>
              <a:defRPr sz="2400"/>
            </a:lvl3pPr>
            <a:lvl4pPr marL="0" indent="0">
              <a:spcAft>
                <a:spcPts val="3000"/>
              </a:spcAft>
              <a:buNone/>
              <a:defRPr sz="2400"/>
            </a:lvl4pPr>
            <a:lvl5pPr marL="0" indent="0">
              <a:spcAft>
                <a:spcPts val="3000"/>
              </a:spcAft>
              <a:buNone/>
              <a:defRPr sz="2400"/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D3142E2-737D-A245-A43E-D66792DD72C8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8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only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57BCE-DF1C-9941-A12E-A31A5F71AD93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4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F3EDC1-F0BF-7E2E-2587-922F208A2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937" cy="690372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7092396"/>
            <a:ext cx="2743200" cy="365125"/>
          </a:xfrm>
        </p:spPr>
        <p:txBody>
          <a:bodyPr/>
          <a:lstStyle/>
          <a:p>
            <a:fld id="{D3F67125-4423-B043-A078-9D7E1DD2586D}" type="datetime1">
              <a:rPr lang="en-US" smtClean="0"/>
              <a:t>7/7/2025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7092396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1CAE95-5DCF-4586-87BE-3A8F905DE3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80666E7-EABC-B64A-97A3-0764C18B3F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4857549" cy="19281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only layout with 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EB0D0C-B96C-47B4-51D0-23C3C9626B35}"/>
              </a:ext>
            </a:extLst>
          </p:cNvPr>
          <p:cNvSpPr txBox="1"/>
          <p:nvPr userDrawn="1"/>
        </p:nvSpPr>
        <p:spPr>
          <a:xfrm>
            <a:off x="1141084" y="6389813"/>
            <a:ext cx="264207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C09C7244-04FA-4945-8501-81AE75998B9F}" type="datetimeyyyy">
              <a:rPr lang="en-US" sz="600" smtClean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2025</a:t>
            </a:fld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69900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subtitle layout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AAE77B9-760B-8040-A41E-8B5B73F4B26D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5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5BE89-FE1B-4E4D-90F0-7B3CCBA597B3}" type="datetime1">
              <a:rPr lang="en-US" smtClean="0"/>
              <a:t>7/7/2025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0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866B5-5A5C-8240-98AA-260A2F078626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6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73CBB-035E-144E-8241-1E6656880D89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7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33600"/>
            <a:ext cx="10972800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/>
            </a:lvl1pPr>
            <a:lvl2pPr marL="285750" indent="0">
              <a:spcAft>
                <a:spcPts val="1800"/>
              </a:spcAft>
              <a:buNone/>
              <a:defRPr/>
            </a:lvl2pPr>
            <a:lvl3pPr marL="628650" indent="0">
              <a:spcAft>
                <a:spcPts val="1800"/>
              </a:spcAft>
              <a:buNone/>
              <a:defRPr/>
            </a:lvl3pPr>
            <a:lvl4pPr marL="914400" indent="0">
              <a:spcAft>
                <a:spcPts val="1800"/>
              </a:spcAft>
              <a:buNone/>
              <a:defRPr/>
            </a:lvl4pPr>
            <a:lvl5pPr marL="1143000" indent="0">
              <a:spcAft>
                <a:spcPts val="1800"/>
              </a:spcAft>
              <a:buNone/>
              <a:defRPr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FB481-AB60-43A3-947D-B4556E8AB26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DE46FA6-622A-8E43-88F7-F7F06FFECE9A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4A915F-71E7-41C4-907A-C8F1E2D177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7AFA98-7BE3-48BD-9D56-EE4F5EEB238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7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3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Title, subtitle, and bulleted content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981200"/>
            <a:ext cx="10972800" cy="4229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7034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DD19F2F-2BF4-0240-9543-882EF6747C2E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8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  <p15:guide id="2" orient="horz" pos="1128">
          <p15:clr>
            <a:srgbClr val="9FCC3B"/>
          </p15:clr>
        </p15:guide>
        <p15:guide id="3" orient="horz" pos="124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5334000" cy="108584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Title, content, and image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2171700"/>
            <a:ext cx="5334000" cy="4038599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3B2582F-3FE9-42AC-8572-5C27E1A8E55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8400" y="0"/>
            <a:ext cx="5943600" cy="6858000"/>
          </a:xfrm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(or paste) to insert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101FDF5-4B64-FC43-946E-5632B56746F2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5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136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499"/>
            <a:ext cx="5248276" cy="44958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DE7C-57E7-284B-A33E-6D0E02028338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7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Two-column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4125" y="1743647"/>
            <a:ext cx="5248656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34125" y="2141554"/>
            <a:ext cx="5248656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D2611-D82F-2A4D-A5DE-40ABD14BD6C4}" type="datetime1">
              <a:rPr lang="en-US" smtClean="0"/>
              <a:t>7/7/2025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70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174364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2141554"/>
            <a:ext cx="3483864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792ED2-53CD-0445-A178-89CFABCF3992}" type="datetime1">
              <a:rPr lang="en-US" smtClean="0"/>
              <a:t>7/7/2025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67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Three-column layout with subheadings and images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354068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54067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98536" y="3286697"/>
            <a:ext cx="3483864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098536" y="3656030"/>
            <a:ext cx="3483864" cy="2554270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EF9AE92-BDA6-334C-B776-595ADBCC7083}" type="datetime1">
              <a:rPr lang="en-US" smtClean="0"/>
              <a:t>7/7/2025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500631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245099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989568" y="1553369"/>
            <a:ext cx="1701800" cy="1481931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8888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06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Four-column layout with subheadings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59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598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7471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474719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39839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3984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04960" y="1743647"/>
            <a:ext cx="2377440" cy="369332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Enter heading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204960" y="2141554"/>
            <a:ext cx="2377440" cy="4068746"/>
          </a:xfrm>
        </p:spPr>
        <p:txBody>
          <a:bodyPr/>
          <a:lstStyle>
            <a:lvl1pPr marL="0" indent="0">
              <a:buNone/>
              <a:defRPr sz="1800"/>
            </a:lvl1pPr>
            <a:lvl2pPr marL="285750" indent="0">
              <a:buNone/>
              <a:defRPr sz="1600"/>
            </a:lvl2pPr>
            <a:lvl3pPr marL="628650" indent="0">
              <a:buNone/>
              <a:defRPr sz="1400"/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>
            <a:pPr lvl="0"/>
            <a:r>
              <a:rPr lang="en-US" dirty="0"/>
              <a:t>Enter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7543A10-8BC2-9248-86DA-BAD08EDEBD3C}" type="datetime1">
              <a:rPr lang="en-US" smtClean="0"/>
              <a:t>7/7/2025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2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34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7577"/>
            <a:ext cx="10972800" cy="53553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dirty="0"/>
              <a:t>Picture with caption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0300" y="1714500"/>
            <a:ext cx="5372100" cy="4495799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14501"/>
            <a:ext cx="5372101" cy="4495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B37A7-EC66-974C-80B5-3ECED48AFACC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5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7998"/>
          </a:xfrm>
          <a:solidFill>
            <a:schemeClr val="bg2"/>
          </a:solidFill>
        </p:spPr>
        <p:txBody>
          <a:bodyPr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25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94736-AEEA-CA4D-A45D-F1E9AE486A50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397533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Customer logo wall layout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BC9A-0A84-704A-B666-B8A1940C4579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11844-EDC2-4BBC-9655-791EDDE7A288}"/>
              </a:ext>
            </a:extLst>
          </p:cNvPr>
          <p:cNvSpPr/>
          <p:nvPr userDrawn="1"/>
        </p:nvSpPr>
        <p:spPr>
          <a:xfrm>
            <a:off x="0" y="1682496"/>
            <a:ext cx="12192000" cy="42428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1200"/>
              </a:spcAft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0841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572359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718014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645187" y="2194560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90841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9572359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718014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645187" y="4059936"/>
            <a:ext cx="1828800" cy="1097280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2"/>
                </a:solidFill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>
            <a:pPr lvl="0"/>
            <a:r>
              <a:rPr lang="en-US" dirty="0"/>
              <a:t>Click photo icon to add logo</a:t>
            </a:r>
          </a:p>
        </p:txBody>
      </p:sp>
    </p:spTree>
    <p:extLst>
      <p:ext uri="{BB962C8B-B14F-4D97-AF65-F5344CB8AC3E}">
        <p14:creationId xmlns:p14="http://schemas.microsoft.com/office/powerpoint/2010/main" val="181984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A0261-0528-3F49-90E4-ED82054FBC74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with subtitle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0"/>
            <a:ext cx="5248274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598"/>
            <a:ext cx="5248276" cy="4076700"/>
          </a:xfrm>
        </p:spPr>
        <p:txBody>
          <a:bodyPr/>
          <a:lstStyle>
            <a:lvl1pPr marL="0" indent="0">
              <a:spcAft>
                <a:spcPts val="1800"/>
              </a:spcAft>
              <a:buNone/>
              <a:defRPr sz="2400"/>
            </a:lvl1pPr>
            <a:lvl2pPr marL="285750" indent="0">
              <a:spcAft>
                <a:spcPts val="1800"/>
              </a:spcAft>
              <a:buNone/>
              <a:defRPr sz="2000"/>
            </a:lvl2pPr>
            <a:lvl3pPr marL="628650" indent="0">
              <a:spcAft>
                <a:spcPts val="1800"/>
              </a:spcAft>
              <a:buNone/>
              <a:defRPr sz="1800"/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2BB5261-66CB-0E42-A541-23C79B1094A5}" type="datetime1">
              <a:rPr lang="en-US" smtClean="0"/>
              <a:t>7/7/2025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9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Two-column, subtitle, bullets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2133601"/>
            <a:ext cx="5248274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2133600"/>
            <a:ext cx="5248276" cy="40766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1455968"/>
            <a:ext cx="10972800" cy="258532"/>
          </a:xfrm>
        </p:spPr>
        <p:txBody>
          <a:bodyPr/>
          <a:lstStyle>
            <a:lvl1pPr marL="0" indent="0">
              <a:buNone/>
              <a:defRPr sz="1200" b="1" i="0" cap="all" spc="300" baseline="0"/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2B3D859-AEC0-B944-89C8-F47739C34C42}" type="datetime1">
              <a:rPr lang="en-US" smtClean="0"/>
              <a:t>7/7/2025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2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840">
          <p15:clr>
            <a:srgbClr val="9FCC3B"/>
          </p15:clr>
        </p15:guide>
        <p15:guide id="3" orient="horz" pos="1128">
          <p15:clr>
            <a:srgbClr val="9FCC3B"/>
          </p15:clr>
        </p15:guide>
        <p15:guide id="4" orient="horz" pos="134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995221"/>
            <a:ext cx="8067261" cy="1900504"/>
          </a:xfrm>
        </p:spPr>
        <p:txBody>
          <a:bodyPr anchor="b" anchorCtr="0"/>
          <a:lstStyle>
            <a:lvl1pPr>
              <a:defRPr sz="4400"/>
            </a:lvl1pPr>
          </a:lstStyle>
          <a:p>
            <a:r>
              <a:rPr lang="en-US" dirty="0"/>
              <a:t>Enter quote here. Reposition quote mark graphics to frame the quote.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2AB32ED6-534B-4417-86C2-7D43CBC56B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0036" y="1981200"/>
            <a:ext cx="309563" cy="309563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12DE8EBE-FC95-451D-BADD-B5580296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150" y="3274218"/>
            <a:ext cx="309563" cy="309563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/>
            </a:lvl1pPr>
            <a:lvl2pPr marL="228600" indent="0">
              <a:buNone/>
              <a:defRPr sz="1000"/>
            </a:lvl2pPr>
            <a:lvl3pPr marL="457200" indent="0">
              <a:buNone/>
              <a:defRPr sz="1000"/>
            </a:lvl3pPr>
            <a:lvl4pPr marL="685800" indent="0">
              <a:buNone/>
              <a:defRPr sz="1000"/>
            </a:lvl4pPr>
            <a:lvl5pPr marL="685800" indent="0">
              <a:buNone/>
              <a:defRPr sz="1000"/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99" y="4127500"/>
            <a:ext cx="8067261" cy="36933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2000" b="1"/>
            </a:lvl1pPr>
          </a:lstStyle>
          <a:p>
            <a:pPr lvl="0"/>
            <a:r>
              <a:rPr lang="en-US" dirty="0"/>
              <a:t>Quoted person’s 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99" y="4496832"/>
            <a:ext cx="8067261" cy="313932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Quoted person’s affiliation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EE6809A-03B0-CD49-935C-2063D4109BAB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56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248">
          <p15:clr>
            <a:srgbClr val="FBAE40"/>
          </p15:clr>
        </p15:guide>
        <p15:guide id="2" orient="horz" pos="259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3AA402-8E88-8B59-8FEB-46F10B242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1388"/>
            <a:ext cx="12198096" cy="68614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CD3A-D9BE-A141-AAA4-F8F1B1A5517A}" type="datetime1">
              <a:rPr lang="en-US" smtClean="0"/>
              <a:t>7/7/2025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5E28A0-3B8E-4865-89EE-429105F735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8184D2-8E8C-D372-F258-CC28CAA14960}"/>
              </a:ext>
            </a:extLst>
          </p:cNvPr>
          <p:cNvSpPr txBox="1"/>
          <p:nvPr userDrawn="1"/>
        </p:nvSpPr>
        <p:spPr>
          <a:xfrm>
            <a:off x="1141084" y="6389813"/>
            <a:ext cx="264207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C09C7244-04FA-4945-8501-81AE75998B9F}" type="datetimeyyyy">
              <a:rPr lang="en-US" sz="600" smtClean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2025</a:t>
            </a:fld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509159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E05CBA-21D9-9FF4-162B-39BBAB85D0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51"/>
            <a:ext cx="12208254" cy="6867144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CD3A-D9BE-A141-AAA4-F8F1B1A5517A}" type="datetime1">
              <a:rPr lang="en-US" smtClean="0"/>
              <a:t>7/7/2025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5E28A0-3B8E-4865-89EE-429105F735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FF8680-BC34-F9BA-495C-EB868661D571}"/>
              </a:ext>
            </a:extLst>
          </p:cNvPr>
          <p:cNvSpPr txBox="1"/>
          <p:nvPr userDrawn="1"/>
        </p:nvSpPr>
        <p:spPr>
          <a:xfrm>
            <a:off x="1141084" y="6389813"/>
            <a:ext cx="264207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C09C7244-04FA-4945-8501-81AE75998B9F}" type="datetimeyyyy">
              <a:rPr lang="en-US" sz="600" smtClean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2025</a:t>
            </a:fld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1EC4EF-8E8A-1D3B-E3F9-5B1EC2348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252252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2916033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9B8696-E83C-E528-5BA7-F2FE915519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6" cy="690041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932DBD9-F3DF-EC42-86B5-E4D6703A8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6348761" cy="1421928"/>
          </a:xfrm>
        </p:spPr>
        <p:txBody>
          <a:bodyPr anchor="ctr" anchorCtr="0"/>
          <a:lstStyle>
            <a:lvl1pPr>
              <a:defRPr sz="4800"/>
            </a:lvl1pPr>
          </a:lstStyle>
          <a:p>
            <a:r>
              <a:rPr lang="en-US" dirty="0"/>
              <a:t>Section layout: Enter section name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BCD3A-D9BE-A141-AAA4-F8F1B1A5517A}" type="datetime1">
              <a:rPr lang="en-US" smtClean="0"/>
              <a:t>7/7/2025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5E28A0-3B8E-4865-89EE-429105F735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8915F2-6062-E4E9-5E0C-621A5BE4DD9E}"/>
              </a:ext>
            </a:extLst>
          </p:cNvPr>
          <p:cNvSpPr txBox="1"/>
          <p:nvPr userDrawn="1"/>
        </p:nvSpPr>
        <p:spPr>
          <a:xfrm>
            <a:off x="1141084" y="6389813"/>
            <a:ext cx="264207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C09C7244-04FA-4945-8501-81AE75998B9F}" type="datetimeyyyy">
              <a:rPr lang="en-US" sz="600" smtClean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2025</a:t>
            </a:fld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96450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714500"/>
            <a:ext cx="10972800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Type or paste plain-text code here; or click icon to add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1171A5-9DB9-B746-82C9-C84F63FE6CD9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0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Two-column code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" y="1714500"/>
            <a:ext cx="5248274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34125" y="1714500"/>
            <a:ext cx="5248276" cy="44958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1pPr>
            <a:lvl2pPr marL="2286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2pPr>
            <a:lvl3pPr marL="4572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3pPr>
            <a:lvl4pPr marL="6858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4pPr>
            <a:lvl5pPr marL="914400" indent="0">
              <a:spcAft>
                <a:spcPts val="600"/>
              </a:spcAft>
              <a:buNone/>
              <a:defRPr sz="1800">
                <a:latin typeface="Lucida Console" panose="020B0609040504020204" pitchFamily="49" charset="0"/>
              </a:defRPr>
            </a:lvl5pPr>
          </a:lstStyle>
          <a:p>
            <a:pPr lvl="0"/>
            <a:r>
              <a:rPr lang="en-US" dirty="0"/>
              <a:t>Enter code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03A29-887F-F94B-9F6C-3B860810E823}" type="datetime1">
              <a:rPr lang="en-US" smtClean="0"/>
              <a:t>7/7/2025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5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56" y="3226552"/>
            <a:ext cx="6823869" cy="480131"/>
          </a:xfrm>
        </p:spPr>
        <p:txBody>
          <a:bodyPr/>
          <a:lstStyle>
            <a:lvl1pPr>
              <a:defRPr sz="2800" b="1" i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1E6EE-993B-464E-B476-8FA80F327477}" type="datetime1">
              <a:rPr lang="en-US" smtClean="0"/>
              <a:t>7/7/2025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37703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73436"/>
            <a:ext cx="7823200" cy="1311128"/>
          </a:xfrm>
        </p:spPr>
        <p:txBody>
          <a:bodyPr anchor="ctr" anchorCtr="0"/>
          <a:lstStyle>
            <a:lvl1pPr>
              <a:defRPr sz="4400"/>
            </a:lvl1pPr>
          </a:lstStyle>
          <a:p>
            <a:r>
              <a:rPr lang="en-US" dirty="0"/>
              <a:t>Video or demo divider: Enter “Video” or “Demo” here</a:t>
            </a:r>
          </a:p>
        </p:txBody>
      </p:sp>
    </p:spTree>
    <p:extLst>
      <p:ext uri="{BB962C8B-B14F-4D97-AF65-F5344CB8AC3E}">
        <p14:creationId xmlns:p14="http://schemas.microsoft.com/office/powerpoint/2010/main" val="81565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300D94-E16B-4268-9D8D-053D71D5DC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94672" y="2327672"/>
            <a:ext cx="2202656" cy="2202656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548640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media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2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914401"/>
            <a:ext cx="10972800" cy="535531"/>
          </a:xfrm>
        </p:spPr>
        <p:txBody>
          <a:bodyPr anchor="t" anchorCtr="0"/>
          <a:lstStyle>
            <a:lvl1pPr>
              <a:defRPr sz="4000"/>
            </a:lvl1pPr>
          </a:lstStyle>
          <a:p>
            <a:r>
              <a:rPr lang="en-US" dirty="0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10300" y="1714501"/>
            <a:ext cx="5372100" cy="44846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Enter text or click icon to add media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598" y="1725611"/>
            <a:ext cx="5372101" cy="448468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Enter descriptive text here</a:t>
            </a:r>
          </a:p>
        </p:txBody>
      </p:sp>
    </p:spTree>
    <p:extLst>
      <p:ext uri="{BB962C8B-B14F-4D97-AF65-F5344CB8AC3E}">
        <p14:creationId xmlns:p14="http://schemas.microsoft.com/office/powerpoint/2010/main" val="3204294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E71D3-46E8-21E6-7716-5EF9DC9427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1388"/>
            <a:ext cx="12198096" cy="6861428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D20077B7-BDB0-3242-33A3-8CECF76F9A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5CFADBE-B7A7-2FA4-451B-34C3CA1331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441195-CC04-1AE3-2FC3-73AEF4AC0D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59B0B32-6ABF-ACBB-1BDB-84AD7E2FCB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8FE18FB-6912-20ED-6263-609DE5387C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7A530229-9387-B327-2FC6-3D177C955A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8699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901A66-FC94-AA8A-E327-E676D2CEC02E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488766-D546-4AE2-8DD5-211B4D698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976B06-4452-6996-5665-5110BBE53459}"/>
              </a:ext>
            </a:extLst>
          </p:cNvPr>
          <p:cNvSpPr txBox="1"/>
          <p:nvPr userDrawn="1"/>
        </p:nvSpPr>
        <p:spPr>
          <a:xfrm>
            <a:off x="609600" y="6389813"/>
            <a:ext cx="26388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E59B6FD5-3D56-C643-A5C0-5E9DC034BBB5}" type="datetimeyyyy">
              <a:rPr lang="en-US" sz="600" smtClean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pPr algn="l"/>
              <a:t>2025</a:t>
            </a:fld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23191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ACF9AF0-BA0F-DF8B-2F71-2D17BE08A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8096" cy="6900416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19D24C2-89EC-04BA-03CB-858985C803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762647A-830D-EFD9-B3BA-8E002BD5F4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280EE00-9EE6-7621-47F2-362D1BB7CB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073F6A72-9177-9567-0624-C505E0C17B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4E0EAEB6-0093-99F0-C4A3-0DF45E0104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CD8EF5-B2D5-00BE-8216-C6C859D2E1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8699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E61178-ED4B-DE3E-A3CA-AF626511E8D3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488766-D546-4AE2-8DD5-211B4D698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4060F67-9545-05A5-629C-E706AC37BAB5}"/>
              </a:ext>
            </a:extLst>
          </p:cNvPr>
          <p:cNvSpPr txBox="1"/>
          <p:nvPr userDrawn="1"/>
        </p:nvSpPr>
        <p:spPr>
          <a:xfrm>
            <a:off x="609600" y="6389813"/>
            <a:ext cx="26388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E59B6FD5-3D56-C643-A5C0-5E9DC034BBB5}" type="datetimeyyyy">
              <a:rPr lang="en-US" sz="600" smtClean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pPr algn="l"/>
              <a:t>2025</a:t>
            </a:fld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1249834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5A90B7F-3797-4F71-C89A-ABD41A6216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00" y="-38353"/>
            <a:ext cx="12300920" cy="6958584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6817657-F990-8A1A-3004-5A62C29755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8AA8C58-5225-F017-C4B4-74B0DE7B62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A96D2EE-9D31-0B1B-4446-1E00CBD096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9E2EE2B-EDE7-CF59-8C40-13557E0A83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A23F40F5-E2B9-BEA9-C1EF-B241A8C861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1DBF4744-D8FC-8517-B271-2689374CEB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8699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435C61-0145-90D4-7D45-30300BE1D05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488766-D546-4AE2-8DD5-211B4D698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D8F90C-FE8A-2C85-1C10-7708649219EF}"/>
              </a:ext>
            </a:extLst>
          </p:cNvPr>
          <p:cNvSpPr txBox="1"/>
          <p:nvPr userDrawn="1"/>
        </p:nvSpPr>
        <p:spPr>
          <a:xfrm>
            <a:off x="609600" y="6389813"/>
            <a:ext cx="26388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E59B6FD5-3D56-C643-A5C0-5E9DC034BBB5}" type="datetimeyyyy">
              <a:rPr lang="en-US" sz="600" smtClean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pPr algn="l"/>
              <a:t>2025</a:t>
            </a:fld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65013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47A79E-E2F3-FEDA-8011-F3253C563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7240" cy="690559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BD66BDE-05C6-1CB2-EC3C-E82ACB2EC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4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2E129E98-CEFB-B1E4-A8BF-06BFF0C6C1D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4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1EAFEC6-4EA5-9CCA-6E7D-81EEA24A49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11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DF3090D-763D-05E8-1926-58AA8CD8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28911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74342F2-3C2E-76F0-28CC-7D34096964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3621643"/>
            <a:ext cx="1981201" cy="369332"/>
          </a:xfrm>
        </p:spPr>
        <p:txBody>
          <a:bodyPr anchor="b" anchorCtr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E6F8561-C271-AEB9-C7D8-A243108667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38699" y="3990975"/>
            <a:ext cx="1981201" cy="1270000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sz="1600"/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1A30A-E100-A0F2-5A57-27F745042A9C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1" i="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Thank you!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E488766-D546-4AE2-8DD5-211B4D698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02" y="703823"/>
            <a:ext cx="1003173" cy="6001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0FAEA1-EA7E-F0FA-7FBF-9E18E7B321DD}"/>
              </a:ext>
            </a:extLst>
          </p:cNvPr>
          <p:cNvSpPr txBox="1"/>
          <p:nvPr userDrawn="1"/>
        </p:nvSpPr>
        <p:spPr>
          <a:xfrm>
            <a:off x="609600" y="6389813"/>
            <a:ext cx="263886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E59B6FD5-3D56-C643-A5C0-5E9DC034BBB5}" type="datetimeyyyy">
              <a:rPr lang="en-US" sz="600" smtClean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pPr algn="l"/>
              <a:t>2025</a:t>
            </a:fld>
            <a:r>
              <a:rPr lang="en-US" sz="600" dirty="0">
                <a:solidFill>
                  <a:schemeClr val="tx1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03116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1718982"/>
            <a:ext cx="10972800" cy="44913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F62B8-64AD-FC43-BDB1-FE09804815CA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3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14399"/>
            <a:ext cx="2857500" cy="52959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9600" y="914399"/>
            <a:ext cx="7962900" cy="52959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ECE19-CEB2-0246-90AC-7E12528603B1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061DB-7406-41C8-A121-52D8D4484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8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 txBox="1"/>
          <p:nvPr userDrawn="1"/>
        </p:nvSpPr>
        <p:spPr>
          <a:xfrm>
            <a:off x="3486150" y="2512370"/>
            <a:ext cx="7353300" cy="1874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6000" dirty="0">
                <a:latin typeface="+mj-lt"/>
              </a:rPr>
              <a:t>Do not use layouts after this slide.</a:t>
            </a:r>
            <a:br>
              <a:rPr lang="en-US" sz="6000" dirty="0">
                <a:latin typeface="+mj-lt"/>
              </a:rPr>
            </a:br>
            <a:r>
              <a:rPr lang="en-US" sz="2000" dirty="0">
                <a:latin typeface="+mj-lt"/>
              </a:rPr>
              <a:t>They are not part of the official template.</a:t>
            </a:r>
            <a:endParaRPr lang="en-US" sz="6000" dirty="0">
              <a:latin typeface="+mj-lt"/>
            </a:endParaRPr>
          </a:p>
        </p:txBody>
      </p:sp>
      <p:pic>
        <p:nvPicPr>
          <p:cNvPr id="7" name="Graphic 6" descr="Stop sign">
            <a:extLst>
              <a:ext uri="{FF2B5EF4-FFF2-40B4-BE49-F238E27FC236}">
                <a16:creationId xmlns:a16="http://schemas.microsoft.com/office/drawing/2014/main" id="{2E1D490C-0B7A-44B5-A2CC-9750483112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7250" y="2114549"/>
            <a:ext cx="2628900" cy="262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/>
          <p:nvPr userDrawn="1"/>
        </p:nvSpPr>
        <p:spPr>
          <a:xfrm>
            <a:off x="380999" y="6337300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/>
          <p:nvPr userDrawn="1"/>
        </p:nvSpPr>
        <p:spPr>
          <a:xfrm>
            <a:off x="380999" y="163722"/>
            <a:ext cx="4943475" cy="52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72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30.xml"/><Relationship Id="rId34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51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9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41.xml"/><Relationship Id="rId37" Type="http://schemas.openxmlformats.org/officeDocument/2006/relationships/slideLayout" Target="../slideLayouts/slideLayout46.xml"/><Relationship Id="rId40" Type="http://schemas.openxmlformats.org/officeDocument/2006/relationships/slideLayout" Target="../slideLayouts/slideLayout49.xml"/><Relationship Id="rId45" Type="http://schemas.openxmlformats.org/officeDocument/2006/relationships/image" Target="../media/image4.png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40.xml"/><Relationship Id="rId44" Type="http://schemas.openxmlformats.org/officeDocument/2006/relationships/theme" Target="../theme/theme5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9.xml"/><Relationship Id="rId35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52.xml"/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42.xml"/><Relationship Id="rId38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08AA2C-B509-4BA9-B3D5-46E288298CE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AWS MARKETING ILLUSTRATION LIBRARY / 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 userDrawn="1"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2023, Amazon Web Services, Inc. or its affiliates.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148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12" userDrawn="1">
          <p15:clr>
            <a:srgbClr val="F26B43"/>
          </p15:clr>
        </p15:guide>
        <p15:guide id="5" orient="horz" pos="1080" userDrawn="1">
          <p15:clr>
            <a:srgbClr val="F26B43"/>
          </p15:clr>
        </p15:guide>
        <p15:guide id="6" orient="horz" pos="5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08AA2C-B509-4BA9-B3D5-46E288298CE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AWS MARKETING ILLUSTRATION LIBRARY / Guidelines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 userDrawn="1"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2023, Amazon Web Services, Inc. or its affiliates.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48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95" r:id="rId2"/>
    <p:sldLayoutId id="2147483796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90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7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2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2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08AA2C-B509-4BA9-B3D5-46E288298CE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noFill/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Agentcore</a:t>
            </a:r>
            <a:r>
              <a:rPr lang="en-US" dirty="0">
                <a:solidFill>
                  <a:schemeClr val="bg1"/>
                </a:solidFill>
              </a:rPr>
              <a:t> ICONS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 userDrawn="1"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2023, Amazon Web Services, Inc. or its affiliates.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5295" y="6338163"/>
            <a:ext cx="365760" cy="21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9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bg1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bg1"/>
          </a:solidFill>
          <a:latin typeface="Amazon Ember Display" panose="020F0603020204020204" pitchFamily="34" charset="0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bg1"/>
          </a:solidFill>
          <a:latin typeface="Amazon Ember Display" panose="020F0603020204020204" pitchFamily="34" charset="0"/>
          <a:ea typeface="+mn-ea"/>
          <a:cs typeface="+mn-cs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bg1"/>
          </a:solidFill>
          <a:latin typeface="Amazon Ember Display" panose="020F0603020204020204" pitchFamily="34" charset="0"/>
          <a:ea typeface="+mn-ea"/>
          <a:cs typeface="+mn-cs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bg1"/>
          </a:solidFill>
          <a:latin typeface="Amazon Ember Display" panose="020F0603020204020204" pitchFamily="34" charset="0"/>
          <a:ea typeface="+mn-ea"/>
          <a:cs typeface="+mn-cs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bg1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6CC99-EC41-4647-BD17-9EFC9AA4D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1"/>
            <a:ext cx="10972800" cy="535531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718983"/>
            <a:ext cx="10972800" cy="2203680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9532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C29CE-3041-7140-9BA9-DCB3249F163A}" type="datetime1">
              <a:rPr lang="en-US" smtClean="0"/>
              <a:t>7/7/2025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9532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29200" y="62895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fld id="{EB4B8DE2-A4E8-46E4-8BBF-D75455EFF3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08AA2C-B509-4BA9-B3D5-46E288298CEC}"/>
              </a:ext>
            </a:extLst>
          </p:cNvPr>
          <p:cNvSpPr txBox="1">
            <a:spLocks/>
          </p:cNvSpPr>
          <p:nvPr userDrawn="1"/>
        </p:nvSpPr>
        <p:spPr>
          <a:xfrm>
            <a:off x="609600" y="324282"/>
            <a:ext cx="10972800" cy="241300"/>
          </a:xfrm>
          <a:prstGeom prst="rect">
            <a:avLst/>
          </a:prstGeom>
          <a:solidFill>
            <a:schemeClr val="bg2"/>
          </a:solidFill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aseline="0" dirty="0">
                <a:latin typeface="Amazon Ember Display" panose="020F0603020204020204" pitchFamily="34" charset="0"/>
              </a:rPr>
              <a:t>UPDATE this Presentation Header IN SLIDE MASTER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D4F7D2-009A-40A3-9C6D-5D576E0365C6}"/>
              </a:ext>
            </a:extLst>
          </p:cNvPr>
          <p:cNvPicPr>
            <a:picLocks noChangeAspect="1"/>
          </p:cNvPicPr>
          <p:nvPr userDrawn="1"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6335089"/>
            <a:ext cx="348827" cy="208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BF6DFD-A462-4357-D3E4-531016E878C3}"/>
              </a:ext>
            </a:extLst>
          </p:cNvPr>
          <p:cNvSpPr txBox="1"/>
          <p:nvPr userDrawn="1"/>
        </p:nvSpPr>
        <p:spPr>
          <a:xfrm>
            <a:off x="1141084" y="6389813"/>
            <a:ext cx="2642070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© </a:t>
            </a:r>
            <a:fld id="{C09C7244-04FA-4945-8501-81AE75998B9F}" type="datetimeyyyy">
              <a:rPr lang="en-US" sz="600" smtClean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2025</a:t>
            </a:fld>
            <a:r>
              <a:rPr lang="en-US" sz="600" dirty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rPr>
              <a:t>, Amazon Web Services, Inc. or its affiliates.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6093569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22" r:id="rId13"/>
    <p:sldLayoutId id="2147483823" r:id="rId14"/>
    <p:sldLayoutId id="2147483824" r:id="rId15"/>
    <p:sldLayoutId id="2147483825" r:id="rId16"/>
    <p:sldLayoutId id="2147483826" r:id="rId17"/>
    <p:sldLayoutId id="2147483827" r:id="rId18"/>
    <p:sldLayoutId id="2147483828" r:id="rId19"/>
    <p:sldLayoutId id="2147483829" r:id="rId20"/>
    <p:sldLayoutId id="2147483830" r:id="rId21"/>
    <p:sldLayoutId id="2147483831" r:id="rId22"/>
    <p:sldLayoutId id="2147483832" r:id="rId23"/>
    <p:sldLayoutId id="2147483833" r:id="rId24"/>
    <p:sldLayoutId id="2147483834" r:id="rId25"/>
    <p:sldLayoutId id="2147483835" r:id="rId26"/>
    <p:sldLayoutId id="2147483836" r:id="rId27"/>
    <p:sldLayoutId id="2147483837" r:id="rId28"/>
    <p:sldLayoutId id="2147483838" r:id="rId29"/>
    <p:sldLayoutId id="2147483839" r:id="rId30"/>
    <p:sldLayoutId id="2147483840" r:id="rId31"/>
    <p:sldLayoutId id="2147483841" r:id="rId32"/>
    <p:sldLayoutId id="2147483842" r:id="rId33"/>
    <p:sldLayoutId id="2147483843" r:id="rId34"/>
    <p:sldLayoutId id="2147483844" r:id="rId35"/>
    <p:sldLayoutId id="2147483845" r:id="rId36"/>
    <p:sldLayoutId id="2147483846" r:id="rId37"/>
    <p:sldLayoutId id="2147483847" r:id="rId38"/>
    <p:sldLayoutId id="2147483848" r:id="rId39"/>
    <p:sldLayoutId id="2147483849" r:id="rId40"/>
    <p:sldLayoutId id="2147483850" r:id="rId41"/>
    <p:sldLayoutId id="2147483851" r:id="rId42"/>
    <p:sldLayoutId id="2147483852" r:id="rId4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tx1"/>
          </a:solidFill>
          <a:latin typeface="Amazon Ember Display" panose="020F06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4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20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3pPr>
      <a:lvl4pPr marL="103028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4pPr>
      <a:lvl5pPr marL="1201738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mazon Ember Display" panose="020F06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>
          <p15:clr>
            <a:srgbClr val="F26B43"/>
          </p15:clr>
        </p15:guide>
        <p15:guide id="2" pos="7296">
          <p15:clr>
            <a:srgbClr val="F26B43"/>
          </p15:clr>
        </p15:guide>
        <p15:guide id="3" orient="horz" pos="19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1080">
          <p15:clr>
            <a:srgbClr val="F26B43"/>
          </p15:clr>
        </p15:guide>
        <p15:guide id="6" orient="horz" pos="57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png"/><Relationship Id="rId18" Type="http://schemas.openxmlformats.org/officeDocument/2006/relationships/image" Target="../media/image39.svg"/><Relationship Id="rId3" Type="http://schemas.openxmlformats.org/officeDocument/2006/relationships/image" Target="../media/image24.png"/><Relationship Id="rId21" Type="http://schemas.openxmlformats.org/officeDocument/2006/relationships/image" Target="../media/image42.png"/><Relationship Id="rId7" Type="http://schemas.openxmlformats.org/officeDocument/2006/relationships/image" Target="../media/image28.png"/><Relationship Id="rId12" Type="http://schemas.openxmlformats.org/officeDocument/2006/relationships/image" Target="../media/image33.svg"/><Relationship Id="rId17" Type="http://schemas.openxmlformats.org/officeDocument/2006/relationships/image" Target="../media/image38.png"/><Relationship Id="rId25" Type="http://schemas.openxmlformats.org/officeDocument/2006/relationships/image" Target="../media/image4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7.svg"/><Relationship Id="rId20" Type="http://schemas.openxmlformats.org/officeDocument/2006/relationships/image" Target="../media/image41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svg"/><Relationship Id="rId11" Type="http://schemas.openxmlformats.org/officeDocument/2006/relationships/image" Target="../media/image32.png"/><Relationship Id="rId24" Type="http://schemas.openxmlformats.org/officeDocument/2006/relationships/image" Target="../media/image44.png"/><Relationship Id="rId5" Type="http://schemas.openxmlformats.org/officeDocument/2006/relationships/image" Target="../media/image26.png"/><Relationship Id="rId15" Type="http://schemas.openxmlformats.org/officeDocument/2006/relationships/image" Target="../media/image36.png"/><Relationship Id="rId23" Type="http://schemas.openxmlformats.org/officeDocument/2006/relationships/image" Target="../media/image1.png"/><Relationship Id="rId10" Type="http://schemas.openxmlformats.org/officeDocument/2006/relationships/image" Target="../media/image31.svg"/><Relationship Id="rId19" Type="http://schemas.openxmlformats.org/officeDocument/2006/relationships/image" Target="../media/image40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Relationship Id="rId22" Type="http://schemas.openxmlformats.org/officeDocument/2006/relationships/image" Target="../media/image4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svg"/><Relationship Id="rId18" Type="http://schemas.openxmlformats.org/officeDocument/2006/relationships/image" Target="../media/image60.png"/><Relationship Id="rId3" Type="http://schemas.openxmlformats.org/officeDocument/2006/relationships/image" Target="../media/image1.png"/><Relationship Id="rId21" Type="http://schemas.openxmlformats.org/officeDocument/2006/relationships/image" Target="../media/image63.svg"/><Relationship Id="rId7" Type="http://schemas.openxmlformats.org/officeDocument/2006/relationships/image" Target="../media/image49.svg"/><Relationship Id="rId12" Type="http://schemas.openxmlformats.org/officeDocument/2006/relationships/image" Target="../media/image54.png"/><Relationship Id="rId17" Type="http://schemas.openxmlformats.org/officeDocument/2006/relationships/image" Target="../media/image59.svg"/><Relationship Id="rId25" Type="http://schemas.openxmlformats.org/officeDocument/2006/relationships/image" Target="../media/image67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8.png"/><Relationship Id="rId20" Type="http://schemas.openxmlformats.org/officeDocument/2006/relationships/image" Target="../media/image6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24" Type="http://schemas.openxmlformats.org/officeDocument/2006/relationships/image" Target="../media/image66.png"/><Relationship Id="rId5" Type="http://schemas.openxmlformats.org/officeDocument/2006/relationships/image" Target="../media/image47.svg"/><Relationship Id="rId15" Type="http://schemas.openxmlformats.org/officeDocument/2006/relationships/image" Target="../media/image57.svg"/><Relationship Id="rId23" Type="http://schemas.openxmlformats.org/officeDocument/2006/relationships/image" Target="../media/image65.svg"/><Relationship Id="rId10" Type="http://schemas.openxmlformats.org/officeDocument/2006/relationships/image" Target="../media/image52.png"/><Relationship Id="rId19" Type="http://schemas.openxmlformats.org/officeDocument/2006/relationships/image" Target="../media/image61.svg"/><Relationship Id="rId4" Type="http://schemas.openxmlformats.org/officeDocument/2006/relationships/image" Target="../media/image46.png"/><Relationship Id="rId9" Type="http://schemas.openxmlformats.org/officeDocument/2006/relationships/image" Target="../media/image51.svg"/><Relationship Id="rId14" Type="http://schemas.openxmlformats.org/officeDocument/2006/relationships/image" Target="../media/image56.png"/><Relationship Id="rId22" Type="http://schemas.openxmlformats.org/officeDocument/2006/relationships/image" Target="../media/image6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13" Type="http://schemas.openxmlformats.org/officeDocument/2006/relationships/image" Target="../media/image78.png"/><Relationship Id="rId18" Type="http://schemas.openxmlformats.org/officeDocument/2006/relationships/image" Target="../media/image83.sv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svg"/><Relationship Id="rId17" Type="http://schemas.openxmlformats.org/officeDocument/2006/relationships/image" Target="../media/image82.png"/><Relationship Id="rId25" Type="http://schemas.openxmlformats.org/officeDocument/2006/relationships/image" Target="../media/image89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81.svg"/><Relationship Id="rId20" Type="http://schemas.openxmlformats.org/officeDocument/2006/relationships/image" Target="../media/image85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1.svg"/><Relationship Id="rId11" Type="http://schemas.openxmlformats.org/officeDocument/2006/relationships/image" Target="../media/image76.png"/><Relationship Id="rId24" Type="http://schemas.openxmlformats.org/officeDocument/2006/relationships/image" Target="../media/image88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1.png"/><Relationship Id="rId10" Type="http://schemas.openxmlformats.org/officeDocument/2006/relationships/image" Target="../media/image75.svg"/><Relationship Id="rId19" Type="http://schemas.openxmlformats.org/officeDocument/2006/relationships/image" Target="../media/image84.png"/><Relationship Id="rId4" Type="http://schemas.openxmlformats.org/officeDocument/2006/relationships/image" Target="../media/image69.svg"/><Relationship Id="rId9" Type="http://schemas.openxmlformats.org/officeDocument/2006/relationships/image" Target="../media/image74.png"/><Relationship Id="rId14" Type="http://schemas.openxmlformats.org/officeDocument/2006/relationships/image" Target="../media/image79.svg"/><Relationship Id="rId22" Type="http://schemas.openxmlformats.org/officeDocument/2006/relationships/image" Target="../media/image8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svg"/><Relationship Id="rId18" Type="http://schemas.openxmlformats.org/officeDocument/2006/relationships/image" Target="../media/image104.png"/><Relationship Id="rId3" Type="http://schemas.openxmlformats.org/officeDocument/2006/relationships/image" Target="../media/image1.png"/><Relationship Id="rId21" Type="http://schemas.openxmlformats.org/officeDocument/2006/relationships/image" Target="../media/image107.svg"/><Relationship Id="rId7" Type="http://schemas.openxmlformats.org/officeDocument/2006/relationships/image" Target="../media/image93.svg"/><Relationship Id="rId12" Type="http://schemas.openxmlformats.org/officeDocument/2006/relationships/image" Target="../media/image98.png"/><Relationship Id="rId17" Type="http://schemas.openxmlformats.org/officeDocument/2006/relationships/image" Target="../media/image103.svg"/><Relationship Id="rId25" Type="http://schemas.openxmlformats.org/officeDocument/2006/relationships/image" Target="../media/image111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2.png"/><Relationship Id="rId11" Type="http://schemas.openxmlformats.org/officeDocument/2006/relationships/image" Target="../media/image97.svg"/><Relationship Id="rId24" Type="http://schemas.openxmlformats.org/officeDocument/2006/relationships/image" Target="../media/image110.png"/><Relationship Id="rId5" Type="http://schemas.openxmlformats.org/officeDocument/2006/relationships/image" Target="../media/image91.svg"/><Relationship Id="rId15" Type="http://schemas.openxmlformats.org/officeDocument/2006/relationships/image" Target="../media/image101.svg"/><Relationship Id="rId23" Type="http://schemas.openxmlformats.org/officeDocument/2006/relationships/image" Target="../media/image109.svg"/><Relationship Id="rId10" Type="http://schemas.openxmlformats.org/officeDocument/2006/relationships/image" Target="../media/image96.png"/><Relationship Id="rId19" Type="http://schemas.openxmlformats.org/officeDocument/2006/relationships/image" Target="../media/image105.svg"/><Relationship Id="rId4" Type="http://schemas.openxmlformats.org/officeDocument/2006/relationships/image" Target="../media/image90.png"/><Relationship Id="rId9" Type="http://schemas.openxmlformats.org/officeDocument/2006/relationships/image" Target="../media/image95.svg"/><Relationship Id="rId14" Type="http://schemas.openxmlformats.org/officeDocument/2006/relationships/image" Target="../media/image100.png"/><Relationship Id="rId22" Type="http://schemas.openxmlformats.org/officeDocument/2006/relationships/image" Target="../media/image10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svg"/><Relationship Id="rId13" Type="http://schemas.openxmlformats.org/officeDocument/2006/relationships/image" Target="../media/image122.png"/><Relationship Id="rId18" Type="http://schemas.openxmlformats.org/officeDocument/2006/relationships/image" Target="../media/image127.svg"/><Relationship Id="rId3" Type="http://schemas.openxmlformats.org/officeDocument/2006/relationships/image" Target="../media/image112.png"/><Relationship Id="rId21" Type="http://schemas.openxmlformats.org/officeDocument/2006/relationships/image" Target="../media/image130.png"/><Relationship Id="rId7" Type="http://schemas.openxmlformats.org/officeDocument/2006/relationships/image" Target="../media/image116.png"/><Relationship Id="rId12" Type="http://schemas.openxmlformats.org/officeDocument/2006/relationships/image" Target="../media/image121.svg"/><Relationship Id="rId17" Type="http://schemas.openxmlformats.org/officeDocument/2006/relationships/image" Target="../media/image126.png"/><Relationship Id="rId2" Type="http://schemas.openxmlformats.org/officeDocument/2006/relationships/image" Target="../media/image1.png"/><Relationship Id="rId16" Type="http://schemas.openxmlformats.org/officeDocument/2006/relationships/image" Target="../media/image125.svg"/><Relationship Id="rId20" Type="http://schemas.openxmlformats.org/officeDocument/2006/relationships/image" Target="../media/image129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5.svg"/><Relationship Id="rId11" Type="http://schemas.openxmlformats.org/officeDocument/2006/relationships/image" Target="../media/image120.png"/><Relationship Id="rId24" Type="http://schemas.openxmlformats.org/officeDocument/2006/relationships/image" Target="../media/image133.svg"/><Relationship Id="rId5" Type="http://schemas.openxmlformats.org/officeDocument/2006/relationships/image" Target="../media/image114.png"/><Relationship Id="rId15" Type="http://schemas.openxmlformats.org/officeDocument/2006/relationships/image" Target="../media/image124.png"/><Relationship Id="rId23" Type="http://schemas.openxmlformats.org/officeDocument/2006/relationships/image" Target="../media/image132.png"/><Relationship Id="rId10" Type="http://schemas.openxmlformats.org/officeDocument/2006/relationships/image" Target="../media/image119.svg"/><Relationship Id="rId19" Type="http://schemas.openxmlformats.org/officeDocument/2006/relationships/image" Target="../media/image128.png"/><Relationship Id="rId4" Type="http://schemas.openxmlformats.org/officeDocument/2006/relationships/image" Target="../media/image113.svg"/><Relationship Id="rId9" Type="http://schemas.openxmlformats.org/officeDocument/2006/relationships/image" Target="../media/image118.png"/><Relationship Id="rId14" Type="http://schemas.openxmlformats.org/officeDocument/2006/relationships/image" Target="../media/image123.svg"/><Relationship Id="rId22" Type="http://schemas.openxmlformats.org/officeDocument/2006/relationships/image" Target="../media/image13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svg"/><Relationship Id="rId18" Type="http://schemas.openxmlformats.org/officeDocument/2006/relationships/image" Target="../media/image148.png"/><Relationship Id="rId3" Type="http://schemas.openxmlformats.org/officeDocument/2006/relationships/image" Target="../media/image1.png"/><Relationship Id="rId21" Type="http://schemas.openxmlformats.org/officeDocument/2006/relationships/image" Target="../media/image151.svg"/><Relationship Id="rId7" Type="http://schemas.openxmlformats.org/officeDocument/2006/relationships/image" Target="../media/image137.svg"/><Relationship Id="rId12" Type="http://schemas.openxmlformats.org/officeDocument/2006/relationships/image" Target="../media/image142.png"/><Relationship Id="rId17" Type="http://schemas.openxmlformats.org/officeDocument/2006/relationships/image" Target="../media/image147.svg"/><Relationship Id="rId25" Type="http://schemas.openxmlformats.org/officeDocument/2006/relationships/image" Target="../media/image155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6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6.png"/><Relationship Id="rId11" Type="http://schemas.openxmlformats.org/officeDocument/2006/relationships/image" Target="../media/image141.svg"/><Relationship Id="rId24" Type="http://schemas.openxmlformats.org/officeDocument/2006/relationships/image" Target="../media/image154.png"/><Relationship Id="rId5" Type="http://schemas.openxmlformats.org/officeDocument/2006/relationships/image" Target="../media/image135.svg"/><Relationship Id="rId15" Type="http://schemas.openxmlformats.org/officeDocument/2006/relationships/image" Target="../media/image145.svg"/><Relationship Id="rId23" Type="http://schemas.openxmlformats.org/officeDocument/2006/relationships/image" Target="../media/image153.svg"/><Relationship Id="rId10" Type="http://schemas.openxmlformats.org/officeDocument/2006/relationships/image" Target="../media/image140.png"/><Relationship Id="rId19" Type="http://schemas.openxmlformats.org/officeDocument/2006/relationships/image" Target="../media/image149.svg"/><Relationship Id="rId4" Type="http://schemas.openxmlformats.org/officeDocument/2006/relationships/image" Target="../media/image134.png"/><Relationship Id="rId9" Type="http://schemas.openxmlformats.org/officeDocument/2006/relationships/image" Target="../media/image139.svg"/><Relationship Id="rId14" Type="http://schemas.openxmlformats.org/officeDocument/2006/relationships/image" Target="../media/image144.png"/><Relationship Id="rId22" Type="http://schemas.openxmlformats.org/officeDocument/2006/relationships/image" Target="../media/image1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svg"/><Relationship Id="rId13" Type="http://schemas.openxmlformats.org/officeDocument/2006/relationships/image" Target="../media/image166.png"/><Relationship Id="rId18" Type="http://schemas.openxmlformats.org/officeDocument/2006/relationships/image" Target="../media/image171.svg"/><Relationship Id="rId3" Type="http://schemas.openxmlformats.org/officeDocument/2006/relationships/image" Target="../media/image156.png"/><Relationship Id="rId21" Type="http://schemas.openxmlformats.org/officeDocument/2006/relationships/image" Target="../media/image174.png"/><Relationship Id="rId7" Type="http://schemas.openxmlformats.org/officeDocument/2006/relationships/image" Target="../media/image160.png"/><Relationship Id="rId12" Type="http://schemas.openxmlformats.org/officeDocument/2006/relationships/image" Target="../media/image165.svg"/><Relationship Id="rId17" Type="http://schemas.openxmlformats.org/officeDocument/2006/relationships/image" Target="../media/image170.png"/><Relationship Id="rId2" Type="http://schemas.openxmlformats.org/officeDocument/2006/relationships/image" Target="../media/image1.png"/><Relationship Id="rId16" Type="http://schemas.openxmlformats.org/officeDocument/2006/relationships/image" Target="../media/image169.svg"/><Relationship Id="rId20" Type="http://schemas.openxmlformats.org/officeDocument/2006/relationships/image" Target="../media/image173.sv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9.svg"/><Relationship Id="rId11" Type="http://schemas.openxmlformats.org/officeDocument/2006/relationships/image" Target="../media/image164.png"/><Relationship Id="rId24" Type="http://schemas.openxmlformats.org/officeDocument/2006/relationships/image" Target="../media/image177.svg"/><Relationship Id="rId5" Type="http://schemas.openxmlformats.org/officeDocument/2006/relationships/image" Target="../media/image158.png"/><Relationship Id="rId15" Type="http://schemas.openxmlformats.org/officeDocument/2006/relationships/image" Target="../media/image168.png"/><Relationship Id="rId23" Type="http://schemas.openxmlformats.org/officeDocument/2006/relationships/image" Target="../media/image176.png"/><Relationship Id="rId10" Type="http://schemas.openxmlformats.org/officeDocument/2006/relationships/image" Target="../media/image163.svg"/><Relationship Id="rId19" Type="http://schemas.openxmlformats.org/officeDocument/2006/relationships/image" Target="../media/image172.png"/><Relationship Id="rId4" Type="http://schemas.openxmlformats.org/officeDocument/2006/relationships/image" Target="../media/image157.svg"/><Relationship Id="rId9" Type="http://schemas.openxmlformats.org/officeDocument/2006/relationships/image" Target="../media/image162.png"/><Relationship Id="rId14" Type="http://schemas.openxmlformats.org/officeDocument/2006/relationships/image" Target="../media/image167.svg"/><Relationship Id="rId22" Type="http://schemas.openxmlformats.org/officeDocument/2006/relationships/image" Target="../media/image17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7D6CB-3993-9111-01F2-B05718317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541" y="2718036"/>
            <a:ext cx="9029870" cy="757130"/>
          </a:xfrm>
        </p:spPr>
        <p:txBody>
          <a:bodyPr/>
          <a:lstStyle/>
          <a:p>
            <a:r>
              <a:rPr lang="en-US" dirty="0"/>
              <a:t>Amazon </a:t>
            </a:r>
            <a:r>
              <a:rPr lang="en-US" dirty="0" err="1"/>
              <a:t>Agentcore</a:t>
            </a:r>
            <a:r>
              <a:rPr lang="en-US" dirty="0"/>
              <a:t> Icons</a:t>
            </a:r>
          </a:p>
        </p:txBody>
      </p:sp>
    </p:spTree>
    <p:extLst>
      <p:ext uri="{BB962C8B-B14F-4D97-AF65-F5344CB8AC3E}">
        <p14:creationId xmlns:p14="http://schemas.microsoft.com/office/powerpoint/2010/main" val="37935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E2F2BF-BCE9-5D34-3F8A-A065DF5D31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B4B8DE2-A4E8-46E4-8BBF-D75455EFF32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33EB82F-3F21-5EF4-1EDA-EDAD10D9F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8250" y="2381250"/>
            <a:ext cx="2095500" cy="20955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FEE3F4FD-3540-A42D-BB21-5259AE2C9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3775" y="1071562"/>
            <a:ext cx="512445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5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6ABCE1F3-D29C-4AC6-DD9B-7DB49020A201}"/>
              </a:ext>
            </a:extLst>
          </p:cNvPr>
          <p:cNvSpPr txBox="1"/>
          <p:nvPr/>
        </p:nvSpPr>
        <p:spPr>
          <a:xfrm>
            <a:off x="112647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 err="1"/>
              <a:t>Agentcore</a:t>
            </a:r>
            <a:endParaRPr lang="en-US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E15554-02F6-BBAB-5A26-85B771A7C0D1}"/>
              </a:ext>
            </a:extLst>
          </p:cNvPr>
          <p:cNvSpPr txBox="1"/>
          <p:nvPr/>
        </p:nvSpPr>
        <p:spPr>
          <a:xfrm>
            <a:off x="399506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AI Agent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A1DFD07-5EB3-6B9E-A05B-61BB4887024A}"/>
              </a:ext>
            </a:extLst>
          </p:cNvPr>
          <p:cNvSpPr txBox="1"/>
          <p:nvPr/>
        </p:nvSpPr>
        <p:spPr>
          <a:xfrm>
            <a:off x="686365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Runtime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BCF1513-F903-0A13-C60B-192BF28C2393}"/>
              </a:ext>
            </a:extLst>
          </p:cNvPr>
          <p:cNvSpPr txBox="1"/>
          <p:nvPr/>
        </p:nvSpPr>
        <p:spPr>
          <a:xfrm>
            <a:off x="9732246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Gateway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284697CE-5F43-198A-180E-A36862847B5E}"/>
              </a:ext>
            </a:extLst>
          </p:cNvPr>
          <p:cNvSpPr txBox="1"/>
          <p:nvPr/>
        </p:nvSpPr>
        <p:spPr>
          <a:xfrm>
            <a:off x="1126475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Memory</a:t>
            </a: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38A5A04C-65D3-4AA4-6EC2-0D340964BAD3}"/>
              </a:ext>
            </a:extLst>
          </p:cNvPr>
          <p:cNvSpPr txBox="1"/>
          <p:nvPr/>
        </p:nvSpPr>
        <p:spPr>
          <a:xfrm>
            <a:off x="112647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Identity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0DCADB11-8E84-E528-31F6-4D55A0C37A11}"/>
              </a:ext>
            </a:extLst>
          </p:cNvPr>
          <p:cNvSpPr txBox="1"/>
          <p:nvPr/>
        </p:nvSpPr>
        <p:spPr>
          <a:xfrm>
            <a:off x="3995064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Code interpreter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3B0389FC-28FB-27F8-6568-91B400AFC2AC}"/>
              </a:ext>
            </a:extLst>
          </p:cNvPr>
          <p:cNvSpPr txBox="1"/>
          <p:nvPr/>
        </p:nvSpPr>
        <p:spPr>
          <a:xfrm>
            <a:off x="686365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Observability</a:t>
            </a: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918DFD1F-FF8E-ABD9-F31F-29942D4D2425}"/>
              </a:ext>
            </a:extLst>
          </p:cNvPr>
          <p:cNvSpPr txBox="1"/>
          <p:nvPr/>
        </p:nvSpPr>
        <p:spPr>
          <a:xfrm>
            <a:off x="9732246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Browser tool</a:t>
            </a: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5C82E2E8-A60A-C574-CE36-04D0E5042DDE}"/>
              </a:ext>
            </a:extLst>
          </p:cNvPr>
          <p:cNvSpPr txBox="1"/>
          <p:nvPr/>
        </p:nvSpPr>
        <p:spPr>
          <a:xfrm>
            <a:off x="3995064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Evaluations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1337DFC3-403A-98F3-702A-CB0708C5CD34}"/>
              </a:ext>
            </a:extLst>
          </p:cNvPr>
          <p:cNvSpPr txBox="1"/>
          <p:nvPr/>
        </p:nvSpPr>
        <p:spPr>
          <a:xfrm>
            <a:off x="8240197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Policy Engine / Agentic Guardrails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0FB5A60B-82BF-579B-A48B-4CCC5629B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56939" y="961372"/>
            <a:ext cx="933450" cy="93345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E4D6FB6F-CD4F-3AF4-D367-51AA55B7D6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692" y="1008149"/>
            <a:ext cx="942975" cy="914400"/>
          </a:xfrm>
          <a:prstGeom prst="rect">
            <a:avLst/>
          </a:prstGeom>
        </p:spPr>
      </p:pic>
      <p:pic>
        <p:nvPicPr>
          <p:cNvPr id="1794" name="Graphic 1793">
            <a:extLst>
              <a:ext uri="{FF2B5EF4-FFF2-40B4-BE49-F238E27FC236}">
                <a16:creationId xmlns:a16="http://schemas.microsoft.com/office/drawing/2014/main" id="{43094DA2-01BD-6022-2A6B-CC8953E17C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112" y="4606208"/>
            <a:ext cx="923925" cy="923925"/>
          </a:xfrm>
          <a:prstGeom prst="rect">
            <a:avLst/>
          </a:prstGeom>
        </p:spPr>
      </p:pic>
      <p:pic>
        <p:nvPicPr>
          <p:cNvPr id="1798" name="Graphic 1797">
            <a:extLst>
              <a:ext uri="{FF2B5EF4-FFF2-40B4-BE49-F238E27FC236}">
                <a16:creationId xmlns:a16="http://schemas.microsoft.com/office/drawing/2014/main" id="{4249D374-251D-7355-EADC-58F1B36E37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56939" y="4690050"/>
            <a:ext cx="942975" cy="838200"/>
          </a:xfrm>
          <a:prstGeom prst="rect">
            <a:avLst/>
          </a:prstGeom>
        </p:spPr>
      </p:pic>
      <p:pic>
        <p:nvPicPr>
          <p:cNvPr id="1804" name="Graphic 1803">
            <a:extLst>
              <a:ext uri="{FF2B5EF4-FFF2-40B4-BE49-F238E27FC236}">
                <a16:creationId xmlns:a16="http://schemas.microsoft.com/office/drawing/2014/main" id="{1E5839D6-B9CB-DBF1-EFA2-06CE5F9A94C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92192" y="2775647"/>
            <a:ext cx="1000125" cy="885825"/>
          </a:xfrm>
          <a:prstGeom prst="rect">
            <a:avLst/>
          </a:prstGeom>
        </p:spPr>
      </p:pic>
      <p:pic>
        <p:nvPicPr>
          <p:cNvPr id="1806" name="Graphic 1805">
            <a:extLst>
              <a:ext uri="{FF2B5EF4-FFF2-40B4-BE49-F238E27FC236}">
                <a16:creationId xmlns:a16="http://schemas.microsoft.com/office/drawing/2014/main" id="{D2910E1F-D2B9-1A5E-C322-FE21D218890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441815" y="2780410"/>
            <a:ext cx="1047750" cy="904875"/>
          </a:xfrm>
          <a:prstGeom prst="rect">
            <a:avLst/>
          </a:prstGeom>
        </p:spPr>
      </p:pic>
      <p:pic>
        <p:nvPicPr>
          <p:cNvPr id="1808" name="Graphic 1807">
            <a:extLst>
              <a:ext uri="{FF2B5EF4-FFF2-40B4-BE49-F238E27FC236}">
                <a16:creationId xmlns:a16="http://schemas.microsoft.com/office/drawing/2014/main" id="{8A525D5E-F9E3-DBE8-90BC-7A418122B40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80242" y="980422"/>
            <a:ext cx="942975" cy="895350"/>
          </a:xfrm>
          <a:prstGeom prst="rect">
            <a:avLst/>
          </a:prstGeom>
        </p:spPr>
      </p:pic>
      <p:pic>
        <p:nvPicPr>
          <p:cNvPr id="513" name="Graphic 512">
            <a:extLst>
              <a:ext uri="{FF2B5EF4-FFF2-40B4-BE49-F238E27FC236}">
                <a16:creationId xmlns:a16="http://schemas.microsoft.com/office/drawing/2014/main" id="{D067349E-AEDA-7D03-AAD8-D84798FF83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671214" y="2804222"/>
            <a:ext cx="1104900" cy="857250"/>
          </a:xfrm>
          <a:prstGeom prst="rect">
            <a:avLst/>
          </a:prstGeom>
        </p:spPr>
      </p:pic>
      <p:pic>
        <p:nvPicPr>
          <p:cNvPr id="527" name="Graphic 526">
            <a:extLst>
              <a:ext uri="{FF2B5EF4-FFF2-40B4-BE49-F238E27FC236}">
                <a16:creationId xmlns:a16="http://schemas.microsoft.com/office/drawing/2014/main" id="{E03B1C91-CC06-B95F-02EC-5E73A043E76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02072" y="4604324"/>
            <a:ext cx="933450" cy="92392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A483EE5-3649-AE11-C9AE-8D1B4F53EB3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56115" y="1085197"/>
            <a:ext cx="933450" cy="809625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AB08AA2C-B509-4BA9-B3D5-46E288298CEC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noFill/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Agentcore</a:t>
            </a:r>
            <a:r>
              <a:rPr lang="en-US" dirty="0"/>
              <a:t> ICONS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 txBox="1"/>
          <p:nvPr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2023, Amazon Web Services, Inc. or its affiliates.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7F50F9-4909-422B-A8DD-8362E948473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10114D3-156C-6959-8223-39F91569DBC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35342" y="2691130"/>
            <a:ext cx="10763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535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D2D72-421B-3F45-093C-6AAAE5815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9FBD598E-2442-4AB2-95D8-A636484C5422}"/>
              </a:ext>
            </a:extLst>
          </p:cNvPr>
          <p:cNvSpPr txBox="1"/>
          <p:nvPr/>
        </p:nvSpPr>
        <p:spPr>
          <a:xfrm>
            <a:off x="112647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Agentcore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7361664-7A23-CC7A-1CE6-F3B428036D42}"/>
              </a:ext>
            </a:extLst>
          </p:cNvPr>
          <p:cNvSpPr txBox="1"/>
          <p:nvPr/>
        </p:nvSpPr>
        <p:spPr>
          <a:xfrm>
            <a:off x="399506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AI Agent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02988C3-9F1D-2756-6D8C-DDD7B374D261}"/>
              </a:ext>
            </a:extLst>
          </p:cNvPr>
          <p:cNvSpPr txBox="1"/>
          <p:nvPr/>
        </p:nvSpPr>
        <p:spPr>
          <a:xfrm>
            <a:off x="686365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Runtime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2403912-D745-7D60-9C26-9D71B8B58F1B}"/>
              </a:ext>
            </a:extLst>
          </p:cNvPr>
          <p:cNvSpPr txBox="1"/>
          <p:nvPr/>
        </p:nvSpPr>
        <p:spPr>
          <a:xfrm>
            <a:off x="9732246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Gateway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EDA2270C-B6A7-52B6-B9E3-9AD5BF736030}"/>
              </a:ext>
            </a:extLst>
          </p:cNvPr>
          <p:cNvSpPr txBox="1"/>
          <p:nvPr/>
        </p:nvSpPr>
        <p:spPr>
          <a:xfrm>
            <a:off x="1126475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A5450A94-99C0-5AE5-17EE-8B616D193A67}"/>
              </a:ext>
            </a:extLst>
          </p:cNvPr>
          <p:cNvSpPr txBox="1"/>
          <p:nvPr/>
        </p:nvSpPr>
        <p:spPr>
          <a:xfrm>
            <a:off x="112647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Identity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A8CE2886-EEA1-3FD5-E2B8-B211F7B360F7}"/>
              </a:ext>
            </a:extLst>
          </p:cNvPr>
          <p:cNvSpPr txBox="1"/>
          <p:nvPr/>
        </p:nvSpPr>
        <p:spPr>
          <a:xfrm>
            <a:off x="3995064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Code interpreter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AA4D915E-3BB9-D401-6B86-6E4384CCC18E}"/>
              </a:ext>
            </a:extLst>
          </p:cNvPr>
          <p:cNvSpPr txBox="1"/>
          <p:nvPr/>
        </p:nvSpPr>
        <p:spPr>
          <a:xfrm>
            <a:off x="686365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Observability</a:t>
            </a: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F923DB5E-B225-A9D1-0F13-A9B04161948F}"/>
              </a:ext>
            </a:extLst>
          </p:cNvPr>
          <p:cNvSpPr txBox="1"/>
          <p:nvPr/>
        </p:nvSpPr>
        <p:spPr>
          <a:xfrm>
            <a:off x="9732246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Browser tool</a:t>
            </a: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733ECB55-6285-CC98-A806-01CC27CF4586}"/>
              </a:ext>
            </a:extLst>
          </p:cNvPr>
          <p:cNvSpPr txBox="1"/>
          <p:nvPr/>
        </p:nvSpPr>
        <p:spPr>
          <a:xfrm>
            <a:off x="3995064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Evaluations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CB937605-59BE-C057-FECB-4247AEB0275E}"/>
              </a:ext>
            </a:extLst>
          </p:cNvPr>
          <p:cNvSpPr txBox="1"/>
          <p:nvPr/>
        </p:nvSpPr>
        <p:spPr>
          <a:xfrm>
            <a:off x="8240197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Policy Engine / Agentic Guardrails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D6EE1295-C993-911D-EC5E-E49BC880BE06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noFill/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Agentcore</a:t>
            </a:r>
            <a:r>
              <a:rPr lang="en-US" dirty="0">
                <a:solidFill>
                  <a:schemeClr val="bg1"/>
                </a:solidFill>
              </a:rPr>
              <a:t> ICONS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855F2-5ABC-BA6A-87C8-0AEA2401B98B}"/>
              </a:ext>
            </a:extLst>
          </p:cNvPr>
          <p:cNvSpPr txBox="1"/>
          <p:nvPr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2023, Amazon Web Services, Inc. or its affiliates.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DC514B-C0FD-0E06-3F80-E84710D77ED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0D4928A-47B3-4DC9-9E26-E13942C25E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692" y="1000976"/>
            <a:ext cx="9429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4F4F761-EDE4-B5DC-A694-5234816416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6939" y="970099"/>
            <a:ext cx="933450" cy="93345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3A003B9-65B9-1497-E626-3CD83FDDC2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3111" y="4604324"/>
            <a:ext cx="923925" cy="92392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9C86310-CB07-2983-2834-FC396913A0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6115" y="1093924"/>
            <a:ext cx="933450" cy="80962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866CB1B-06A7-1E14-CD9B-590E7A6C4A0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56939" y="4690049"/>
            <a:ext cx="942975" cy="8382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1D91C05B-F380-DF80-0D75-9FA302ED5C7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02072" y="4604324"/>
            <a:ext cx="933450" cy="92392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1AB428B-6ECE-B9BA-E91A-91082FA898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57101" y="2789934"/>
            <a:ext cx="1000125" cy="885825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19CFFC3A-B807-B490-9CF6-6E18F615B8D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36971" y="2784282"/>
            <a:ext cx="1047750" cy="904875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F5969000-726C-70B4-5C8C-C682529A6B6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38956" y="972401"/>
            <a:ext cx="942975" cy="89535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4211AB7B-B561-B953-3592-B3AADA859B2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99789" y="2804221"/>
            <a:ext cx="1104900" cy="8572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FF85F11-053B-10E2-FDE6-12FE7F5C067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93111" y="2776940"/>
            <a:ext cx="10763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216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589A2-2CDA-2B83-3B11-CC14F9F7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91BCC19C-94D8-5833-8EC4-AE7F71D3F34D}"/>
              </a:ext>
            </a:extLst>
          </p:cNvPr>
          <p:cNvSpPr txBox="1"/>
          <p:nvPr/>
        </p:nvSpPr>
        <p:spPr>
          <a:xfrm>
            <a:off x="112647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 err="1"/>
              <a:t>Agentcore</a:t>
            </a:r>
            <a:endParaRPr lang="en-US" sz="12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7F0178-BCBB-3A1F-EB3D-D13619D68C5D}"/>
              </a:ext>
            </a:extLst>
          </p:cNvPr>
          <p:cNvSpPr txBox="1"/>
          <p:nvPr/>
        </p:nvSpPr>
        <p:spPr>
          <a:xfrm>
            <a:off x="399506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AI Agent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60BC49-D19B-E225-EC06-B20FC6EF22EE}"/>
              </a:ext>
            </a:extLst>
          </p:cNvPr>
          <p:cNvSpPr txBox="1"/>
          <p:nvPr/>
        </p:nvSpPr>
        <p:spPr>
          <a:xfrm>
            <a:off x="686365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Runtime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5AD286-54D3-2257-B271-A36E9D79EFC4}"/>
              </a:ext>
            </a:extLst>
          </p:cNvPr>
          <p:cNvSpPr txBox="1"/>
          <p:nvPr/>
        </p:nvSpPr>
        <p:spPr>
          <a:xfrm>
            <a:off x="9732246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Gateway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84B52608-5747-EC34-67C9-B4C597D2D24E}"/>
              </a:ext>
            </a:extLst>
          </p:cNvPr>
          <p:cNvSpPr txBox="1"/>
          <p:nvPr/>
        </p:nvSpPr>
        <p:spPr>
          <a:xfrm>
            <a:off x="1126475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Memory</a:t>
            </a: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0D00F95F-ECA7-52DF-2C1E-6FDCB37587F6}"/>
              </a:ext>
            </a:extLst>
          </p:cNvPr>
          <p:cNvSpPr txBox="1"/>
          <p:nvPr/>
        </p:nvSpPr>
        <p:spPr>
          <a:xfrm>
            <a:off x="112647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Identity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63279152-90D6-2184-4174-24AF9D3E4E45}"/>
              </a:ext>
            </a:extLst>
          </p:cNvPr>
          <p:cNvSpPr txBox="1"/>
          <p:nvPr/>
        </p:nvSpPr>
        <p:spPr>
          <a:xfrm>
            <a:off x="3995064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Code interpreter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DE8B4141-57A0-2641-E2D4-D5435BCAF72E}"/>
              </a:ext>
            </a:extLst>
          </p:cNvPr>
          <p:cNvSpPr txBox="1"/>
          <p:nvPr/>
        </p:nvSpPr>
        <p:spPr>
          <a:xfrm>
            <a:off x="686365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Observability</a:t>
            </a: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ABFC49E3-A884-172B-79B2-CA275CE728A6}"/>
              </a:ext>
            </a:extLst>
          </p:cNvPr>
          <p:cNvSpPr txBox="1"/>
          <p:nvPr/>
        </p:nvSpPr>
        <p:spPr>
          <a:xfrm>
            <a:off x="9732246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Browser tool</a:t>
            </a: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C367E465-38CA-AE5B-E403-DD5B27B35744}"/>
              </a:ext>
            </a:extLst>
          </p:cNvPr>
          <p:cNvSpPr txBox="1"/>
          <p:nvPr/>
        </p:nvSpPr>
        <p:spPr>
          <a:xfrm>
            <a:off x="3995064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Evaluations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B3CC9960-3D9F-FA72-E1EE-EF6837C175B1}"/>
              </a:ext>
            </a:extLst>
          </p:cNvPr>
          <p:cNvSpPr txBox="1"/>
          <p:nvPr/>
        </p:nvSpPr>
        <p:spPr>
          <a:xfrm>
            <a:off x="8240197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Policy Engine / Agentic Guardrails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92B9512-63B9-F2DE-426D-63ADD01BE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111" y="1036713"/>
            <a:ext cx="942975" cy="9144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E8EB2381-DE6E-5C46-6275-7EFBC38CC2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6939" y="942322"/>
            <a:ext cx="933450" cy="93345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F22F72E-60B9-14B5-7FF0-40107121F9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111" y="4604324"/>
            <a:ext cx="923925" cy="9239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52DD835-3580-6BE7-CCA8-E2CEFC6EB5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56752" y="1023284"/>
            <a:ext cx="933450" cy="8096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EC234B1-29C4-7C28-1C64-6FC2F9B49D4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47414" y="4690049"/>
            <a:ext cx="942975" cy="8382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27CEFD4-CF62-CBD9-7125-B692E18D6C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02072" y="4604324"/>
            <a:ext cx="933450" cy="92392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A839A80-F24C-58F7-7346-5296DAF9535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01488" y="2827327"/>
            <a:ext cx="1000125" cy="88582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C414DE37-7BB1-9552-A933-C2B2A18335E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38213" y="2780410"/>
            <a:ext cx="1047750" cy="90487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FEC9F47-DA13-AAB2-B1D7-7F3E0F44478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80241" y="1008525"/>
            <a:ext cx="942975" cy="89535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ABC1FE21-1DC2-B877-9516-9F0966019CB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666451" y="2804222"/>
            <a:ext cx="1104900" cy="857250"/>
          </a:xfrm>
          <a:prstGeom prst="rect">
            <a:avLst/>
          </a:prstGeom>
        </p:spPr>
      </p:pic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F91BA7C9-B57D-370C-1AE5-3090B444D181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noFill/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Agentcore</a:t>
            </a:r>
            <a:r>
              <a:rPr lang="en-US" dirty="0"/>
              <a:t> ICONS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64E1F3-DD96-5B90-34E1-9C4B9824093D}"/>
              </a:ext>
            </a:extLst>
          </p:cNvPr>
          <p:cNvSpPr txBox="1"/>
          <p:nvPr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2023, Amazon Web Services, Inc. or its affiliates.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D19899B-AEAF-2EEE-EC68-93BF5052A60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88AC896-16D5-A49A-CE95-4ACD036AA65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59989" y="2733750"/>
            <a:ext cx="10763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20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6D00CE-42A3-44D1-4CAE-41EBBDD68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068CCBA3-4CE3-CB05-8D32-5219F243157C}"/>
              </a:ext>
            </a:extLst>
          </p:cNvPr>
          <p:cNvSpPr txBox="1"/>
          <p:nvPr/>
        </p:nvSpPr>
        <p:spPr>
          <a:xfrm>
            <a:off x="112647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Agentcore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5496CC5-24DB-ADF7-E747-37195367A447}"/>
              </a:ext>
            </a:extLst>
          </p:cNvPr>
          <p:cNvSpPr txBox="1"/>
          <p:nvPr/>
        </p:nvSpPr>
        <p:spPr>
          <a:xfrm>
            <a:off x="399506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AI Agent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4F54D3-DECA-F818-D742-A33E13B3E0D5}"/>
              </a:ext>
            </a:extLst>
          </p:cNvPr>
          <p:cNvSpPr txBox="1"/>
          <p:nvPr/>
        </p:nvSpPr>
        <p:spPr>
          <a:xfrm>
            <a:off x="686365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Runtime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42EAE6-B75A-5FA2-B0ED-780C1A116C50}"/>
              </a:ext>
            </a:extLst>
          </p:cNvPr>
          <p:cNvSpPr txBox="1"/>
          <p:nvPr/>
        </p:nvSpPr>
        <p:spPr>
          <a:xfrm>
            <a:off x="9732246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Gateway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CE5D0D4E-3100-EF89-F5F0-1A9208D881E0}"/>
              </a:ext>
            </a:extLst>
          </p:cNvPr>
          <p:cNvSpPr txBox="1"/>
          <p:nvPr/>
        </p:nvSpPr>
        <p:spPr>
          <a:xfrm>
            <a:off x="1126475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3D67DFC0-1715-7895-BD02-7E98264B9889}"/>
              </a:ext>
            </a:extLst>
          </p:cNvPr>
          <p:cNvSpPr txBox="1"/>
          <p:nvPr/>
        </p:nvSpPr>
        <p:spPr>
          <a:xfrm>
            <a:off x="112647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Identity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0E72BFC7-22E8-52A7-037B-3A9BEE61801E}"/>
              </a:ext>
            </a:extLst>
          </p:cNvPr>
          <p:cNvSpPr txBox="1"/>
          <p:nvPr/>
        </p:nvSpPr>
        <p:spPr>
          <a:xfrm>
            <a:off x="3995064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Code interpreter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AF861571-BFB2-33DE-CC7B-F51C5FA81C01}"/>
              </a:ext>
            </a:extLst>
          </p:cNvPr>
          <p:cNvSpPr txBox="1"/>
          <p:nvPr/>
        </p:nvSpPr>
        <p:spPr>
          <a:xfrm>
            <a:off x="686365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Observability</a:t>
            </a: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0074DBD9-B202-F197-0398-B34EB19CF892}"/>
              </a:ext>
            </a:extLst>
          </p:cNvPr>
          <p:cNvSpPr txBox="1"/>
          <p:nvPr/>
        </p:nvSpPr>
        <p:spPr>
          <a:xfrm>
            <a:off x="9732246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Browser tool</a:t>
            </a: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E667ABBD-94C7-CFD7-B0B3-9B37948223DA}"/>
              </a:ext>
            </a:extLst>
          </p:cNvPr>
          <p:cNvSpPr txBox="1"/>
          <p:nvPr/>
        </p:nvSpPr>
        <p:spPr>
          <a:xfrm>
            <a:off x="3995064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Evaluations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8C65B3A0-2909-6076-2952-A215CAE568F7}"/>
              </a:ext>
            </a:extLst>
          </p:cNvPr>
          <p:cNvSpPr txBox="1"/>
          <p:nvPr/>
        </p:nvSpPr>
        <p:spPr>
          <a:xfrm>
            <a:off x="8240197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Policy Engine / Agentic Guardrails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78AC4F77-B928-DD00-1868-6E8CAF9F1A8B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noFill/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Agentcore</a:t>
            </a:r>
            <a:r>
              <a:rPr lang="en-US" dirty="0">
                <a:solidFill>
                  <a:schemeClr val="bg1"/>
                </a:solidFill>
              </a:rPr>
              <a:t> ICONS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621FC-B205-717B-9422-394F92576E2E}"/>
              </a:ext>
            </a:extLst>
          </p:cNvPr>
          <p:cNvSpPr txBox="1"/>
          <p:nvPr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2023, Amazon Web Services, Inc. or its affiliates.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471B72-9AD3-395C-ACF2-C84BFBF0040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572DCBA-02AE-7F8A-9156-DE1285C27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5478" y="1018845"/>
            <a:ext cx="942975" cy="9144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DF3ACB11-34CB-55D6-49DF-31B15FD4F1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6464" y="970099"/>
            <a:ext cx="933450" cy="93345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2953B933-B53B-7177-307C-B6425C067C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3111" y="4613234"/>
            <a:ext cx="923925" cy="923925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5D9A8B1F-86F7-74A3-D6DD-2973AEFE3D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1271" y="1105123"/>
            <a:ext cx="933450" cy="80962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E4BE65D-F4CB-0DAA-85CE-A3CEDE5FB0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66464" y="4698959"/>
            <a:ext cx="942975" cy="8382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BF86D5C-C6CA-415E-E9B2-74D65E091A8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02072" y="4596704"/>
            <a:ext cx="933450" cy="923925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94C36FFB-EBAF-4CA2-F22B-23778EC5C5F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57100" y="2789933"/>
            <a:ext cx="1000125" cy="88582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EB20587-97AD-3D87-7395-2FA3B400D09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36971" y="2770883"/>
            <a:ext cx="1047750" cy="904875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A592F04-21C3-F18B-4F73-B08309B4C50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38955" y="970099"/>
            <a:ext cx="942975" cy="8953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11EF3C0A-3C2F-23A1-1239-3E89D361C65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99789" y="2811954"/>
            <a:ext cx="1104900" cy="8572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D9B97EED-2539-E495-F1DB-D179EF83186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93110" y="2770883"/>
            <a:ext cx="10763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32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6E77688D-F467-6FBC-328E-6F3FF91E1AB1}"/>
              </a:ext>
            </a:extLst>
          </p:cNvPr>
          <p:cNvSpPr txBox="1"/>
          <p:nvPr/>
        </p:nvSpPr>
        <p:spPr>
          <a:xfrm>
            <a:off x="112647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 err="1"/>
              <a:t>Agentcore</a:t>
            </a:r>
            <a:endParaRPr 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D58A1E-B6FA-7F5B-E5A1-52CAD70E2D51}"/>
              </a:ext>
            </a:extLst>
          </p:cNvPr>
          <p:cNvSpPr txBox="1"/>
          <p:nvPr/>
        </p:nvSpPr>
        <p:spPr>
          <a:xfrm>
            <a:off x="399506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AI Agent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0F1A2E-26D3-70D8-0EB6-0D03136CFC28}"/>
              </a:ext>
            </a:extLst>
          </p:cNvPr>
          <p:cNvSpPr txBox="1"/>
          <p:nvPr/>
        </p:nvSpPr>
        <p:spPr>
          <a:xfrm>
            <a:off x="686365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Runtime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BD0180-837C-FFEF-2D5E-DF0B46018D5A}"/>
              </a:ext>
            </a:extLst>
          </p:cNvPr>
          <p:cNvSpPr txBox="1"/>
          <p:nvPr/>
        </p:nvSpPr>
        <p:spPr>
          <a:xfrm>
            <a:off x="9732246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Gateway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057926-F554-8AF5-6F0F-364E907EB589}"/>
              </a:ext>
            </a:extLst>
          </p:cNvPr>
          <p:cNvSpPr txBox="1"/>
          <p:nvPr/>
        </p:nvSpPr>
        <p:spPr>
          <a:xfrm>
            <a:off x="1126475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Memory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C08401-12CF-6B74-4844-5CA5F73B556F}"/>
              </a:ext>
            </a:extLst>
          </p:cNvPr>
          <p:cNvSpPr txBox="1"/>
          <p:nvPr/>
        </p:nvSpPr>
        <p:spPr>
          <a:xfrm>
            <a:off x="112647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Identity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FF32956-3676-D8C5-B469-9F2704C65C62}"/>
              </a:ext>
            </a:extLst>
          </p:cNvPr>
          <p:cNvSpPr txBox="1"/>
          <p:nvPr/>
        </p:nvSpPr>
        <p:spPr>
          <a:xfrm>
            <a:off x="3995064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Code interpreter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4A0021-3DE8-2C38-096E-9D00A9635879}"/>
              </a:ext>
            </a:extLst>
          </p:cNvPr>
          <p:cNvSpPr txBox="1"/>
          <p:nvPr/>
        </p:nvSpPr>
        <p:spPr>
          <a:xfrm>
            <a:off x="686365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Observability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E23205-A750-0DA0-5790-F64F0DEDD271}"/>
              </a:ext>
            </a:extLst>
          </p:cNvPr>
          <p:cNvSpPr txBox="1"/>
          <p:nvPr/>
        </p:nvSpPr>
        <p:spPr>
          <a:xfrm>
            <a:off x="9732246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Browser tool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DBAD0E-6CDF-B5A0-389A-2D7D4868EAB3}"/>
              </a:ext>
            </a:extLst>
          </p:cNvPr>
          <p:cNvSpPr txBox="1"/>
          <p:nvPr/>
        </p:nvSpPr>
        <p:spPr>
          <a:xfrm>
            <a:off x="3995064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Evaluations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171521-1C54-0D27-5C80-397F76B53DD1}"/>
              </a:ext>
            </a:extLst>
          </p:cNvPr>
          <p:cNvSpPr txBox="1"/>
          <p:nvPr/>
        </p:nvSpPr>
        <p:spPr>
          <a:xfrm>
            <a:off x="8240197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/>
              <a:t>Policy Engine / Agentic Guardrails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9A07C2-364D-DF69-E594-BF9A9914AE5B}"/>
              </a:ext>
            </a:extLst>
          </p:cNvPr>
          <p:cNvSpPr txBox="1"/>
          <p:nvPr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tx2"/>
                </a:solidFill>
              </a:rPr>
              <a:t>© 2023, Amazon Web Services, Inc. or its affiliates. 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F26BD58-ABA4-EEFE-9145-402521E45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1EE81E07-E341-278F-F174-79B81829D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1214" y="2804222"/>
            <a:ext cx="1104900" cy="85725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3C119A71-A1F2-4338-68FE-D8C5259D27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9342" y="980422"/>
            <a:ext cx="942975" cy="89535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68D66B67-1A49-44EE-0CD4-E0310E713B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41815" y="2800528"/>
            <a:ext cx="1047750" cy="904875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540D2A01-709E-DEA3-5340-7196756888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92191" y="2762428"/>
            <a:ext cx="1000125" cy="885825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09537C01-7FDD-2AF9-6F93-FCF1BF302F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02072" y="4604502"/>
            <a:ext cx="933450" cy="923925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483D0F2B-7310-9601-493B-CC9EA26CCBF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56939" y="4690050"/>
            <a:ext cx="942975" cy="8382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987C0C41-52D3-D978-FB46-F806186E966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556115" y="1095256"/>
            <a:ext cx="933450" cy="809625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EAB043E0-28B4-FD38-878F-08E8554D76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3111" y="4604502"/>
            <a:ext cx="923925" cy="923925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AA54A935-3A71-57A1-F0B4-EA1688A1364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752094" y="951288"/>
            <a:ext cx="933450" cy="93345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2C9F1F66-7802-0BC9-6252-8C01AA8E492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8217" y="1008973"/>
            <a:ext cx="942975" cy="9144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C54A9A1-FCB3-314E-578D-A653B91EA65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93111" y="2732948"/>
            <a:ext cx="10763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5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0BF22-A608-822B-DB8A-EB2AD9A3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>
            <a:extLst>
              <a:ext uri="{FF2B5EF4-FFF2-40B4-BE49-F238E27FC236}">
                <a16:creationId xmlns:a16="http://schemas.microsoft.com/office/drawing/2014/main" id="{DC0FE0FB-3026-498E-DC2C-8F557D0B8CF0}"/>
              </a:ext>
            </a:extLst>
          </p:cNvPr>
          <p:cNvSpPr txBox="1"/>
          <p:nvPr/>
        </p:nvSpPr>
        <p:spPr>
          <a:xfrm>
            <a:off x="112647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Agentcore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2ABD4C-0B9D-CF28-8C27-2402F3D0884E}"/>
              </a:ext>
            </a:extLst>
          </p:cNvPr>
          <p:cNvSpPr txBox="1"/>
          <p:nvPr/>
        </p:nvSpPr>
        <p:spPr>
          <a:xfrm>
            <a:off x="399506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AI Agent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942102-4361-5107-1DD2-6933F28ACBF0}"/>
              </a:ext>
            </a:extLst>
          </p:cNvPr>
          <p:cNvSpPr txBox="1"/>
          <p:nvPr/>
        </p:nvSpPr>
        <p:spPr>
          <a:xfrm>
            <a:off x="686365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Runtime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9A64FE6-7EF1-56DC-94BA-F36C2C050639}"/>
              </a:ext>
            </a:extLst>
          </p:cNvPr>
          <p:cNvSpPr txBox="1"/>
          <p:nvPr/>
        </p:nvSpPr>
        <p:spPr>
          <a:xfrm>
            <a:off x="9732246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Gateway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33202681-8EF5-B1C1-C0A1-BEB171BC3602}"/>
              </a:ext>
            </a:extLst>
          </p:cNvPr>
          <p:cNvSpPr txBox="1"/>
          <p:nvPr/>
        </p:nvSpPr>
        <p:spPr>
          <a:xfrm>
            <a:off x="1126475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4B6A639F-5AAF-EEAB-6A98-BE5C961119FC}"/>
              </a:ext>
            </a:extLst>
          </p:cNvPr>
          <p:cNvSpPr txBox="1"/>
          <p:nvPr/>
        </p:nvSpPr>
        <p:spPr>
          <a:xfrm>
            <a:off x="112647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Identity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FFF9363D-8912-3607-1137-E4B7D1AA4470}"/>
              </a:ext>
            </a:extLst>
          </p:cNvPr>
          <p:cNvSpPr txBox="1"/>
          <p:nvPr/>
        </p:nvSpPr>
        <p:spPr>
          <a:xfrm>
            <a:off x="3995064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Code interpreter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7A831283-A3EA-3199-53B3-E2064BD43960}"/>
              </a:ext>
            </a:extLst>
          </p:cNvPr>
          <p:cNvSpPr txBox="1"/>
          <p:nvPr/>
        </p:nvSpPr>
        <p:spPr>
          <a:xfrm>
            <a:off x="686365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Observability</a:t>
            </a: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C2C577B6-F43E-F1AA-4B0F-ABE3AB7E6FF2}"/>
              </a:ext>
            </a:extLst>
          </p:cNvPr>
          <p:cNvSpPr txBox="1"/>
          <p:nvPr/>
        </p:nvSpPr>
        <p:spPr>
          <a:xfrm>
            <a:off x="9732246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Browser tool</a:t>
            </a: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875583B8-16E6-1B11-B11D-9CEE65CF08FC}"/>
              </a:ext>
            </a:extLst>
          </p:cNvPr>
          <p:cNvSpPr txBox="1"/>
          <p:nvPr/>
        </p:nvSpPr>
        <p:spPr>
          <a:xfrm>
            <a:off x="3995064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Evaluations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76FBD2A9-C060-9081-2F8B-958F7A49B2B7}"/>
              </a:ext>
            </a:extLst>
          </p:cNvPr>
          <p:cNvSpPr txBox="1"/>
          <p:nvPr/>
        </p:nvSpPr>
        <p:spPr>
          <a:xfrm>
            <a:off x="8240197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Policy Engine / Agentic Guardrails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1AECBF2-CBA6-28F5-C8A3-62D046348559}"/>
              </a:ext>
            </a:extLst>
          </p:cNvPr>
          <p:cNvSpPr txBox="1">
            <a:spLocks/>
          </p:cNvSpPr>
          <p:nvPr/>
        </p:nvSpPr>
        <p:spPr>
          <a:xfrm>
            <a:off x="609600" y="324282"/>
            <a:ext cx="10972800" cy="241300"/>
          </a:xfrm>
          <a:prstGeom prst="rect">
            <a:avLst/>
          </a:prstGeom>
          <a:noFill/>
        </p:spPr>
        <p:txBody>
          <a:bodyPr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Amazon Ember" panose="020B0603020204020204" pitchFamily="34" charset="0"/>
              <a:buNone/>
              <a:defRPr sz="10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Agentcore</a:t>
            </a:r>
            <a:r>
              <a:rPr lang="en-US" dirty="0">
                <a:solidFill>
                  <a:schemeClr val="bg1"/>
                </a:solidFill>
              </a:rPr>
              <a:t> ICONS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BCDA32-5C9C-4F76-D27E-C0634F95F7D8}"/>
              </a:ext>
            </a:extLst>
          </p:cNvPr>
          <p:cNvSpPr txBox="1"/>
          <p:nvPr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2023, Amazon Web Services, Inc. or its affiliates.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2AAB59-6A55-A731-AF06-E3F7D3D4FEA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C0B7D404-D51E-2287-EC56-5D8CA8FF1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8691" y="1000976"/>
            <a:ext cx="942975" cy="9144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CFA5AB7-A4BB-FBC4-34DC-D26BAF2DE9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6939" y="981926"/>
            <a:ext cx="933450" cy="93345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E4F9DA6-7DFE-AD9C-7ED5-1469316D38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3110" y="4604324"/>
            <a:ext cx="923925" cy="923925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66F25978-D7DB-BA8A-D00B-41B6DE90D2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56115" y="1109805"/>
            <a:ext cx="933450" cy="80962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F123926-49A8-8353-5954-09C4400B41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52176" y="4690049"/>
            <a:ext cx="942975" cy="8382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17B1E61F-6960-8372-1B5F-DF38A2057C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02072" y="4604324"/>
            <a:ext cx="933450" cy="923925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948553D-7540-452D-0331-1AD5076935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62756" y="2775646"/>
            <a:ext cx="1000125" cy="885825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3E1E1E1-4380-1927-92E0-B3399CABA05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436971" y="2784282"/>
            <a:ext cx="1047750" cy="904875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7216A6-047B-4143-22CA-D3DC49D0497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51764" y="972401"/>
            <a:ext cx="942975" cy="89535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062453EC-2337-F80C-97C6-E7BB5D73737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699789" y="2804221"/>
            <a:ext cx="1104900" cy="8572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911B875-3C37-1019-B00A-7B1DE653A60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65397" y="2756935"/>
            <a:ext cx="10763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09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585AD-5ADE-A770-A2DC-C1A6F8244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C4F7E96-F6D9-B374-9F0A-B3B28CCC3CAD}"/>
              </a:ext>
            </a:extLst>
          </p:cNvPr>
          <p:cNvSpPr txBox="1"/>
          <p:nvPr/>
        </p:nvSpPr>
        <p:spPr>
          <a:xfrm>
            <a:off x="112647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Agentcore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BAF27F-7BD2-D89B-9BFF-BA361B5CFBC1}"/>
              </a:ext>
            </a:extLst>
          </p:cNvPr>
          <p:cNvSpPr txBox="1"/>
          <p:nvPr/>
        </p:nvSpPr>
        <p:spPr>
          <a:xfrm>
            <a:off x="399506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AI Agent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B298D9-C484-4287-8F30-BFD5F41FC578}"/>
              </a:ext>
            </a:extLst>
          </p:cNvPr>
          <p:cNvSpPr txBox="1"/>
          <p:nvPr/>
        </p:nvSpPr>
        <p:spPr>
          <a:xfrm>
            <a:off x="6863655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Runtime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808FFC-0338-59AB-F2D7-7B2F30CC7725}"/>
              </a:ext>
            </a:extLst>
          </p:cNvPr>
          <p:cNvSpPr txBox="1"/>
          <p:nvPr/>
        </p:nvSpPr>
        <p:spPr>
          <a:xfrm>
            <a:off x="9732246" y="1951113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Gateway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208EF3-76D1-07CF-6278-9359499B2A16}"/>
              </a:ext>
            </a:extLst>
          </p:cNvPr>
          <p:cNvSpPr txBox="1"/>
          <p:nvPr/>
        </p:nvSpPr>
        <p:spPr>
          <a:xfrm>
            <a:off x="1126475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1C993C-78E5-7675-C0B9-CEC1407304AA}"/>
              </a:ext>
            </a:extLst>
          </p:cNvPr>
          <p:cNvSpPr txBox="1"/>
          <p:nvPr/>
        </p:nvSpPr>
        <p:spPr>
          <a:xfrm>
            <a:off x="112647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Identity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57A127-9E45-54EB-C8A4-2E29B5BD2C74}"/>
              </a:ext>
            </a:extLst>
          </p:cNvPr>
          <p:cNvSpPr txBox="1"/>
          <p:nvPr/>
        </p:nvSpPr>
        <p:spPr>
          <a:xfrm>
            <a:off x="3995064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Code interpreter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7B7A15-B2F8-15E4-8FFF-70F0F7F65977}"/>
              </a:ext>
            </a:extLst>
          </p:cNvPr>
          <p:cNvSpPr txBox="1"/>
          <p:nvPr/>
        </p:nvSpPr>
        <p:spPr>
          <a:xfrm>
            <a:off x="6863655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Observability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2EDC8C-9CB2-B11F-AC1E-E43831AAE90A}"/>
              </a:ext>
            </a:extLst>
          </p:cNvPr>
          <p:cNvSpPr txBox="1"/>
          <p:nvPr/>
        </p:nvSpPr>
        <p:spPr>
          <a:xfrm>
            <a:off x="9732246" y="3725522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Browser tool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E74EBA-A73D-3CB1-6388-DABBCB4CAC35}"/>
              </a:ext>
            </a:extLst>
          </p:cNvPr>
          <p:cNvSpPr txBox="1"/>
          <p:nvPr/>
        </p:nvSpPr>
        <p:spPr>
          <a:xfrm>
            <a:off x="3995064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Evaluations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132E2F9-46C6-71FF-6BDE-992A8CEF9A9B}"/>
              </a:ext>
            </a:extLst>
          </p:cNvPr>
          <p:cNvSpPr txBox="1"/>
          <p:nvPr/>
        </p:nvSpPr>
        <p:spPr>
          <a:xfrm>
            <a:off x="8240197" y="5649796"/>
            <a:ext cx="457200" cy="200055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Policy Engine / Agentic Guardrails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9210F-7300-BD3A-06CE-94E8ECCB0B8A}"/>
              </a:ext>
            </a:extLst>
          </p:cNvPr>
          <p:cNvSpPr txBox="1"/>
          <p:nvPr/>
        </p:nvSpPr>
        <p:spPr>
          <a:xfrm>
            <a:off x="1141084" y="6389813"/>
            <a:ext cx="1967205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600" dirty="0">
                <a:solidFill>
                  <a:schemeClr val="bg1"/>
                </a:solidFill>
              </a:rPr>
              <a:t>© 2023, Amazon Web Services, Inc. or its affiliates. 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084DABA9-A65C-BD99-DE0B-885BBC9E1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295" y="6338002"/>
            <a:ext cx="365760" cy="21904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70619B3-3647-FDE2-3576-54F36B2E5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217" y="1022843"/>
            <a:ext cx="942975" cy="9144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363F5FB-C3FE-F213-327A-7848ADD756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7332" y="942322"/>
            <a:ext cx="933450" cy="9334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F55CE31-4794-346E-1A3A-C96092C8D5F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3112" y="4622716"/>
            <a:ext cx="923925" cy="92392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FB75992C-F863-0480-BEB7-7EDE35BF071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56115" y="1105315"/>
            <a:ext cx="933450" cy="809625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F9964053-7C5C-5F88-C0F9-105CD0D3C84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56939" y="4690050"/>
            <a:ext cx="942975" cy="8382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F13BADA9-D346-8EF6-CDA3-238CECBB6C9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02072" y="4622716"/>
            <a:ext cx="933450" cy="923925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67EC836F-3501-C2D9-4F5A-547A799D637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8902" y="2762428"/>
            <a:ext cx="1000125" cy="885825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3FC2D6FD-4956-6CF4-91A4-9CADE99899F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36971" y="2800527"/>
            <a:ext cx="1047750" cy="904875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393B3F4B-E157-A6C7-05EF-BC4C691EFFC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66052" y="976075"/>
            <a:ext cx="942975" cy="89535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CD56D782-FE10-1C85-ECBA-E1B0F221A8E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671214" y="2810052"/>
            <a:ext cx="1104900" cy="85725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2FE294C3-82F3-548A-1A42-04AE375D6EE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44867" y="2733853"/>
            <a:ext cx="10763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23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Non-Confidential_Light_2023" id="{EC914C74-BE1E-0F49-B777-992A7586799F}" vid="{425F67FE-615A-0A48-8D8F-7A15B392CD50}"/>
    </a:ext>
  </a:extLst>
</a:theme>
</file>

<file path=ppt/theme/theme2.xml><?xml version="1.0" encoding="utf-8"?>
<a:theme xmlns:a="http://schemas.openxmlformats.org/drawingml/2006/main" name="1_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Non-Confidential_Light_2023" id="{EC914C74-BE1E-0F49-B777-992A7586799F}" vid="{425F67FE-615A-0A48-8D8F-7A15B392CD50}"/>
    </a:ext>
  </a:extLst>
</a:theme>
</file>

<file path=ppt/theme/theme3.xml><?xml version="1.0" encoding="utf-8"?>
<a:theme xmlns:a="http://schemas.openxmlformats.org/drawingml/2006/main" name="2_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Non-Confidential_Light_2023" id="{EC914C74-BE1E-0F49-B777-992A7586799F}" vid="{425F67FE-615A-0A48-8D8F-7A15B392CD50}"/>
    </a:ext>
  </a:extLst>
</a:theme>
</file>

<file path=ppt/theme/theme4.xml><?xml version="1.0" encoding="utf-8"?>
<a:theme xmlns:a="http://schemas.openxmlformats.org/drawingml/2006/main" name="3_AWS Confidential Light">
  <a:themeElements>
    <a:clrScheme name="AWS_2022_Light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2074D5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WS_Powerpoint Template_Non-Confidential_Light_2023" id="{EC914C74-BE1E-0F49-B777-992A7586799F}" vid="{425F67FE-615A-0A48-8D8F-7A15B392CD50}"/>
    </a:ext>
  </a:extLst>
</a:theme>
</file>

<file path=ppt/theme/theme5.xml><?xml version="1.0" encoding="utf-8"?>
<a:theme xmlns:a="http://schemas.openxmlformats.org/drawingml/2006/main" name="AWS Confidential Dark">
  <a:themeElements>
    <a:clrScheme name="Custom 2">
      <a:dk1>
        <a:srgbClr val="000000"/>
      </a:dk1>
      <a:lt1>
        <a:srgbClr val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FF9900"/>
      </a:hlink>
      <a:folHlink>
        <a:srgbClr val="FF9900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3" id="{C0CA67C7-0E9F-4746-987A-ACB530BC1CD3}" vid="{D920A5E1-B860-7544-BE7B-8257133B46D6}"/>
    </a:ext>
  </a:extLst>
</a:theme>
</file>

<file path=ppt/theme/theme6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 Confidential Light</Template>
  <TotalTime>4287</TotalTime>
  <Words>236</Words>
  <Application>Microsoft Office PowerPoint</Application>
  <PresentationFormat>Widescreen</PresentationFormat>
  <Paragraphs>96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Amazon Ember Mono</vt:lpstr>
      <vt:lpstr>Amazon Ember Display</vt:lpstr>
      <vt:lpstr>Wingdings</vt:lpstr>
      <vt:lpstr>Arial</vt:lpstr>
      <vt:lpstr>Amazon Ember</vt:lpstr>
      <vt:lpstr>Lucida Console</vt:lpstr>
      <vt:lpstr>AWS Confidential Light</vt:lpstr>
      <vt:lpstr>1_AWS Confidential Light</vt:lpstr>
      <vt:lpstr>2_AWS Confidential Light</vt:lpstr>
      <vt:lpstr>3_AWS Confidential Light</vt:lpstr>
      <vt:lpstr>AWS Confidential Dark</vt:lpstr>
      <vt:lpstr>Amazon Agentcore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Marketing  Illustration Library</dc:title>
  <dc:creator>Microsoft Office User</dc:creator>
  <cp:lastModifiedBy>Joe Frueauf</cp:lastModifiedBy>
  <cp:revision>144</cp:revision>
  <dcterms:created xsi:type="dcterms:W3CDTF">2023-02-17T17:33:59Z</dcterms:created>
  <dcterms:modified xsi:type="dcterms:W3CDTF">2025-07-07T22:32:41Z</dcterms:modified>
</cp:coreProperties>
</file>